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Lst>
  <p:sldSz cx="12801600" cy="9601200" type="A3"/>
  <p:notesSz cx="6858000" cy="9144000"/>
  <p:defaultTextStyle>
    <a:defPPr>
      <a:defRPr lang="en-US"/>
    </a:defPPr>
    <a:lvl1pPr marL="0" algn="l" defTabSz="1280160" rtl="0" eaLnBrk="1" latinLnBrk="0" hangingPunct="1">
      <a:defRPr sz="2500" kern="1200">
        <a:solidFill>
          <a:schemeClr val="tx1"/>
        </a:solidFill>
        <a:latin typeface="+mn-lt"/>
        <a:ea typeface="+mn-ea"/>
        <a:cs typeface="+mn-cs"/>
      </a:defRPr>
    </a:lvl1pPr>
    <a:lvl2pPr marL="640080" algn="l" defTabSz="1280160" rtl="0" eaLnBrk="1" latinLnBrk="0" hangingPunct="1">
      <a:defRPr sz="2500" kern="1200">
        <a:solidFill>
          <a:schemeClr val="tx1"/>
        </a:solidFill>
        <a:latin typeface="+mn-lt"/>
        <a:ea typeface="+mn-ea"/>
        <a:cs typeface="+mn-cs"/>
      </a:defRPr>
    </a:lvl2pPr>
    <a:lvl3pPr marL="1280160" algn="l" defTabSz="1280160" rtl="0" eaLnBrk="1" latinLnBrk="0" hangingPunct="1">
      <a:defRPr sz="2500" kern="1200">
        <a:solidFill>
          <a:schemeClr val="tx1"/>
        </a:solidFill>
        <a:latin typeface="+mn-lt"/>
        <a:ea typeface="+mn-ea"/>
        <a:cs typeface="+mn-cs"/>
      </a:defRPr>
    </a:lvl3pPr>
    <a:lvl4pPr marL="1920240" algn="l" defTabSz="1280160" rtl="0" eaLnBrk="1" latinLnBrk="0" hangingPunct="1">
      <a:defRPr sz="2500" kern="1200">
        <a:solidFill>
          <a:schemeClr val="tx1"/>
        </a:solidFill>
        <a:latin typeface="+mn-lt"/>
        <a:ea typeface="+mn-ea"/>
        <a:cs typeface="+mn-cs"/>
      </a:defRPr>
    </a:lvl4pPr>
    <a:lvl5pPr marL="2560320" algn="l" defTabSz="1280160" rtl="0" eaLnBrk="1" latinLnBrk="0" hangingPunct="1">
      <a:defRPr sz="2500" kern="1200">
        <a:solidFill>
          <a:schemeClr val="tx1"/>
        </a:solidFill>
        <a:latin typeface="+mn-lt"/>
        <a:ea typeface="+mn-ea"/>
        <a:cs typeface="+mn-cs"/>
      </a:defRPr>
    </a:lvl5pPr>
    <a:lvl6pPr marL="3200400" algn="l" defTabSz="1280160" rtl="0" eaLnBrk="1" latinLnBrk="0" hangingPunct="1">
      <a:defRPr sz="2500" kern="1200">
        <a:solidFill>
          <a:schemeClr val="tx1"/>
        </a:solidFill>
        <a:latin typeface="+mn-lt"/>
        <a:ea typeface="+mn-ea"/>
        <a:cs typeface="+mn-cs"/>
      </a:defRPr>
    </a:lvl6pPr>
    <a:lvl7pPr marL="3840480" algn="l" defTabSz="1280160" rtl="0" eaLnBrk="1" latinLnBrk="0" hangingPunct="1">
      <a:defRPr sz="2500" kern="1200">
        <a:solidFill>
          <a:schemeClr val="tx1"/>
        </a:solidFill>
        <a:latin typeface="+mn-lt"/>
        <a:ea typeface="+mn-ea"/>
        <a:cs typeface="+mn-cs"/>
      </a:defRPr>
    </a:lvl7pPr>
    <a:lvl8pPr marL="4480560" algn="l" defTabSz="1280160" rtl="0" eaLnBrk="1" latinLnBrk="0" hangingPunct="1">
      <a:defRPr sz="2500" kern="1200">
        <a:solidFill>
          <a:schemeClr val="tx1"/>
        </a:solidFill>
        <a:latin typeface="+mn-lt"/>
        <a:ea typeface="+mn-ea"/>
        <a:cs typeface="+mn-cs"/>
      </a:defRPr>
    </a:lvl8pPr>
    <a:lvl9pPr marL="5120640" algn="l" defTabSz="1280160" rtl="0" eaLnBrk="1" latinLnBrk="0" hangingPunct="1">
      <a:defRPr sz="25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024">
          <p15:clr>
            <a:srgbClr val="A4A3A4"/>
          </p15:clr>
        </p15:guide>
        <p15:guide id="2" pos="4032">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49" d="100"/>
          <a:sy n="49" d="100"/>
        </p:scale>
        <p:origin x="1220" y="48"/>
      </p:cViewPr>
      <p:guideLst>
        <p:guide orient="horz" pos="3024"/>
        <p:guide pos="4032"/>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60120" y="2982596"/>
            <a:ext cx="10881360" cy="2058035"/>
          </a:xfrm>
        </p:spPr>
        <p:txBody>
          <a:bodyPr/>
          <a:lstStyle/>
          <a:p>
            <a:r>
              <a:rPr lang="en-US"/>
              <a:t>Click to edit Master title style</a:t>
            </a:r>
          </a:p>
        </p:txBody>
      </p:sp>
      <p:sp>
        <p:nvSpPr>
          <p:cNvPr id="3" name="Subtitle 2"/>
          <p:cNvSpPr>
            <a:spLocks noGrp="1"/>
          </p:cNvSpPr>
          <p:nvPr>
            <p:ph type="subTitle" idx="1"/>
          </p:nvPr>
        </p:nvSpPr>
        <p:spPr>
          <a:xfrm>
            <a:off x="1920240" y="5440680"/>
            <a:ext cx="8961120" cy="2453640"/>
          </a:xfrm>
        </p:spPr>
        <p:txBody>
          <a:bodyPr/>
          <a:lstStyle>
            <a:lvl1pPr marL="0" indent="0" algn="ctr">
              <a:buNone/>
              <a:defRPr>
                <a:solidFill>
                  <a:schemeClr val="tx1">
                    <a:tint val="75000"/>
                  </a:schemeClr>
                </a:solidFill>
              </a:defRPr>
            </a:lvl1pPr>
            <a:lvl2pPr marL="640080" indent="0" algn="ctr">
              <a:buNone/>
              <a:defRPr>
                <a:solidFill>
                  <a:schemeClr val="tx1">
                    <a:tint val="75000"/>
                  </a:schemeClr>
                </a:solidFill>
              </a:defRPr>
            </a:lvl2pPr>
            <a:lvl3pPr marL="1280160" indent="0" algn="ctr">
              <a:buNone/>
              <a:defRPr>
                <a:solidFill>
                  <a:schemeClr val="tx1">
                    <a:tint val="75000"/>
                  </a:schemeClr>
                </a:solidFill>
              </a:defRPr>
            </a:lvl3pPr>
            <a:lvl4pPr marL="1920240" indent="0" algn="ctr">
              <a:buNone/>
              <a:defRPr>
                <a:solidFill>
                  <a:schemeClr val="tx1">
                    <a:tint val="75000"/>
                  </a:schemeClr>
                </a:solidFill>
              </a:defRPr>
            </a:lvl4pPr>
            <a:lvl5pPr marL="2560320" indent="0" algn="ctr">
              <a:buNone/>
              <a:defRPr>
                <a:solidFill>
                  <a:schemeClr val="tx1">
                    <a:tint val="75000"/>
                  </a:schemeClr>
                </a:solidFill>
              </a:defRPr>
            </a:lvl5pPr>
            <a:lvl6pPr marL="3200400" indent="0" algn="ctr">
              <a:buNone/>
              <a:defRPr>
                <a:solidFill>
                  <a:schemeClr val="tx1">
                    <a:tint val="75000"/>
                  </a:schemeClr>
                </a:solidFill>
              </a:defRPr>
            </a:lvl6pPr>
            <a:lvl7pPr marL="3840480" indent="0" algn="ctr">
              <a:buNone/>
              <a:defRPr>
                <a:solidFill>
                  <a:schemeClr val="tx1">
                    <a:tint val="75000"/>
                  </a:schemeClr>
                </a:solidFill>
              </a:defRPr>
            </a:lvl7pPr>
            <a:lvl8pPr marL="4480560" indent="0" algn="ctr">
              <a:buNone/>
              <a:defRPr>
                <a:solidFill>
                  <a:schemeClr val="tx1">
                    <a:tint val="75000"/>
                  </a:schemeClr>
                </a:solidFill>
              </a:defRPr>
            </a:lvl8pPr>
            <a:lvl9pPr marL="512064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007E536-774A-4B80-A2DA-1BB7AB3E7900}" type="datetimeFigureOut">
              <a:rPr lang="en-US" smtClean="0"/>
              <a:t>8/2/2024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268D92A-071C-4221-9CEE-04F5A8067740}" type="slidenum">
              <a:rPr lang="en-US" smtClean="0"/>
              <a:t>‹#›</a:t>
            </a:fld>
            <a:endParaRPr lang="en-US"/>
          </a:p>
        </p:txBody>
      </p:sp>
    </p:spTree>
    <p:extLst>
      <p:ext uri="{BB962C8B-B14F-4D97-AF65-F5344CB8AC3E}">
        <p14:creationId xmlns:p14="http://schemas.microsoft.com/office/powerpoint/2010/main" val="10813105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007E536-774A-4B80-A2DA-1BB7AB3E7900}" type="datetimeFigureOut">
              <a:rPr lang="en-US" smtClean="0"/>
              <a:t>8/2/2024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268D92A-071C-4221-9CEE-04F5A8067740}" type="slidenum">
              <a:rPr lang="en-US" smtClean="0"/>
              <a:t>‹#›</a:t>
            </a:fld>
            <a:endParaRPr lang="en-US"/>
          </a:p>
        </p:txBody>
      </p:sp>
    </p:spTree>
    <p:extLst>
      <p:ext uri="{BB962C8B-B14F-4D97-AF65-F5344CB8AC3E}">
        <p14:creationId xmlns:p14="http://schemas.microsoft.com/office/powerpoint/2010/main" val="8671975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011238" y="6169661"/>
            <a:ext cx="10881360" cy="1906905"/>
          </a:xfrm>
        </p:spPr>
        <p:txBody>
          <a:bodyPr anchor="t"/>
          <a:lstStyle>
            <a:lvl1pPr algn="l">
              <a:defRPr sz="5600" b="1" cap="all"/>
            </a:lvl1pPr>
          </a:lstStyle>
          <a:p>
            <a:r>
              <a:rPr lang="en-US"/>
              <a:t>Click to edit Master title style</a:t>
            </a:r>
          </a:p>
        </p:txBody>
      </p:sp>
      <p:sp>
        <p:nvSpPr>
          <p:cNvPr id="3" name="Text Placeholder 2"/>
          <p:cNvSpPr>
            <a:spLocks noGrp="1"/>
          </p:cNvSpPr>
          <p:nvPr>
            <p:ph type="body" idx="1"/>
          </p:nvPr>
        </p:nvSpPr>
        <p:spPr>
          <a:xfrm>
            <a:off x="1011238" y="4069399"/>
            <a:ext cx="10881360" cy="2100262"/>
          </a:xfrm>
        </p:spPr>
        <p:txBody>
          <a:bodyPr anchor="b"/>
          <a:lstStyle>
            <a:lvl1pPr marL="0" indent="0">
              <a:buNone/>
              <a:defRPr sz="2800">
                <a:solidFill>
                  <a:schemeClr val="tx1">
                    <a:tint val="75000"/>
                  </a:schemeClr>
                </a:solidFill>
              </a:defRPr>
            </a:lvl1pPr>
            <a:lvl2pPr marL="640080" indent="0">
              <a:buNone/>
              <a:defRPr sz="2500">
                <a:solidFill>
                  <a:schemeClr val="tx1">
                    <a:tint val="75000"/>
                  </a:schemeClr>
                </a:solidFill>
              </a:defRPr>
            </a:lvl2pPr>
            <a:lvl3pPr marL="1280160" indent="0">
              <a:buNone/>
              <a:defRPr sz="2200">
                <a:solidFill>
                  <a:schemeClr val="tx1">
                    <a:tint val="75000"/>
                  </a:schemeClr>
                </a:solidFill>
              </a:defRPr>
            </a:lvl3pPr>
            <a:lvl4pPr marL="1920240" indent="0">
              <a:buNone/>
              <a:defRPr sz="2000">
                <a:solidFill>
                  <a:schemeClr val="tx1">
                    <a:tint val="75000"/>
                  </a:schemeClr>
                </a:solidFill>
              </a:defRPr>
            </a:lvl4pPr>
            <a:lvl5pPr marL="2560320" indent="0">
              <a:buNone/>
              <a:defRPr sz="2000">
                <a:solidFill>
                  <a:schemeClr val="tx1">
                    <a:tint val="75000"/>
                  </a:schemeClr>
                </a:solidFill>
              </a:defRPr>
            </a:lvl5pPr>
            <a:lvl6pPr marL="3200400" indent="0">
              <a:buNone/>
              <a:defRPr sz="2000">
                <a:solidFill>
                  <a:schemeClr val="tx1">
                    <a:tint val="75000"/>
                  </a:schemeClr>
                </a:solidFill>
              </a:defRPr>
            </a:lvl6pPr>
            <a:lvl7pPr marL="3840480" indent="0">
              <a:buNone/>
              <a:defRPr sz="2000">
                <a:solidFill>
                  <a:schemeClr val="tx1">
                    <a:tint val="75000"/>
                  </a:schemeClr>
                </a:solidFill>
              </a:defRPr>
            </a:lvl7pPr>
            <a:lvl8pPr marL="4480560" indent="0">
              <a:buNone/>
              <a:defRPr sz="2000">
                <a:solidFill>
                  <a:schemeClr val="tx1">
                    <a:tint val="75000"/>
                  </a:schemeClr>
                </a:solidFill>
              </a:defRPr>
            </a:lvl8pPr>
            <a:lvl9pPr marL="5120640" indent="0">
              <a:buNone/>
              <a:defRPr sz="20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007E536-774A-4B80-A2DA-1BB7AB3E7900}" type="datetimeFigureOut">
              <a:rPr lang="en-US" smtClean="0"/>
              <a:t>8/2/2024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268D92A-071C-4221-9CEE-04F5A8067740}" type="slidenum">
              <a:rPr lang="en-US" smtClean="0"/>
              <a:t>‹#›</a:t>
            </a:fld>
            <a:endParaRPr lang="en-US"/>
          </a:p>
        </p:txBody>
      </p:sp>
    </p:spTree>
    <p:extLst>
      <p:ext uri="{BB962C8B-B14F-4D97-AF65-F5344CB8AC3E}">
        <p14:creationId xmlns:p14="http://schemas.microsoft.com/office/powerpoint/2010/main" val="16966608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95669" y="3135948"/>
            <a:ext cx="7958772" cy="8872220"/>
          </a:xfrm>
        </p:spPr>
        <p:txBody>
          <a:bodyPr/>
          <a:lstStyle>
            <a:lvl1pPr>
              <a:defRPr sz="3900"/>
            </a:lvl1pPr>
            <a:lvl2pPr>
              <a:defRPr sz="3400"/>
            </a:lvl2pPr>
            <a:lvl3pPr>
              <a:defRPr sz="2800"/>
            </a:lvl3pPr>
            <a:lvl4pPr>
              <a:defRPr sz="2500"/>
            </a:lvl4pPr>
            <a:lvl5pPr>
              <a:defRPr sz="2500"/>
            </a:lvl5pPr>
            <a:lvl6pPr>
              <a:defRPr sz="2500"/>
            </a:lvl6pPr>
            <a:lvl7pPr>
              <a:defRPr sz="2500"/>
            </a:lvl7pPr>
            <a:lvl8pPr>
              <a:defRPr sz="2500"/>
            </a:lvl8pPr>
            <a:lvl9pPr>
              <a:defRPr sz="2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9067800" y="3135948"/>
            <a:ext cx="7958773" cy="8872220"/>
          </a:xfrm>
        </p:spPr>
        <p:txBody>
          <a:bodyPr/>
          <a:lstStyle>
            <a:lvl1pPr>
              <a:defRPr sz="3900"/>
            </a:lvl1pPr>
            <a:lvl2pPr>
              <a:defRPr sz="3400"/>
            </a:lvl2pPr>
            <a:lvl3pPr>
              <a:defRPr sz="2800"/>
            </a:lvl3pPr>
            <a:lvl4pPr>
              <a:defRPr sz="2500"/>
            </a:lvl4pPr>
            <a:lvl5pPr>
              <a:defRPr sz="2500"/>
            </a:lvl5pPr>
            <a:lvl6pPr>
              <a:defRPr sz="2500"/>
            </a:lvl6pPr>
            <a:lvl7pPr>
              <a:defRPr sz="2500"/>
            </a:lvl7pPr>
            <a:lvl8pPr>
              <a:defRPr sz="2500"/>
            </a:lvl8pPr>
            <a:lvl9pPr>
              <a:defRPr sz="2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007E536-774A-4B80-A2DA-1BB7AB3E7900}" type="datetimeFigureOut">
              <a:rPr lang="en-US" smtClean="0"/>
              <a:t>8/2/2024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268D92A-071C-4221-9CEE-04F5A8067740}" type="slidenum">
              <a:rPr lang="en-US" smtClean="0"/>
              <a:t>‹#›</a:t>
            </a:fld>
            <a:endParaRPr lang="en-US"/>
          </a:p>
        </p:txBody>
      </p:sp>
    </p:spTree>
    <p:extLst>
      <p:ext uri="{BB962C8B-B14F-4D97-AF65-F5344CB8AC3E}">
        <p14:creationId xmlns:p14="http://schemas.microsoft.com/office/powerpoint/2010/main" val="3884470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40080" y="384493"/>
            <a:ext cx="11521440" cy="16002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40080" y="2149158"/>
            <a:ext cx="5656263" cy="895667"/>
          </a:xfrm>
        </p:spPr>
        <p:txBody>
          <a:bodyPr anchor="b"/>
          <a:lstStyle>
            <a:lvl1pPr marL="0" indent="0">
              <a:buNone/>
              <a:defRPr sz="3400" b="1"/>
            </a:lvl1pPr>
            <a:lvl2pPr marL="640080" indent="0">
              <a:buNone/>
              <a:defRPr sz="2800" b="1"/>
            </a:lvl2pPr>
            <a:lvl3pPr marL="1280160" indent="0">
              <a:buNone/>
              <a:defRPr sz="2500" b="1"/>
            </a:lvl3pPr>
            <a:lvl4pPr marL="1920240" indent="0">
              <a:buNone/>
              <a:defRPr sz="2200" b="1"/>
            </a:lvl4pPr>
            <a:lvl5pPr marL="2560320" indent="0">
              <a:buNone/>
              <a:defRPr sz="2200" b="1"/>
            </a:lvl5pPr>
            <a:lvl6pPr marL="3200400" indent="0">
              <a:buNone/>
              <a:defRPr sz="2200" b="1"/>
            </a:lvl6pPr>
            <a:lvl7pPr marL="3840480" indent="0">
              <a:buNone/>
              <a:defRPr sz="2200" b="1"/>
            </a:lvl7pPr>
            <a:lvl8pPr marL="4480560" indent="0">
              <a:buNone/>
              <a:defRPr sz="2200" b="1"/>
            </a:lvl8pPr>
            <a:lvl9pPr marL="5120640" indent="0">
              <a:buNone/>
              <a:defRPr sz="2200" b="1"/>
            </a:lvl9pPr>
          </a:lstStyle>
          <a:p>
            <a:pPr lvl="0"/>
            <a:r>
              <a:rPr lang="en-US"/>
              <a:t>Click to edit Master text styles</a:t>
            </a:r>
          </a:p>
        </p:txBody>
      </p:sp>
      <p:sp>
        <p:nvSpPr>
          <p:cNvPr id="4" name="Content Placeholder 3"/>
          <p:cNvSpPr>
            <a:spLocks noGrp="1"/>
          </p:cNvSpPr>
          <p:nvPr>
            <p:ph sz="half" idx="2"/>
          </p:nvPr>
        </p:nvSpPr>
        <p:spPr>
          <a:xfrm>
            <a:off x="640080" y="3044825"/>
            <a:ext cx="5656263" cy="5531803"/>
          </a:xfrm>
        </p:spPr>
        <p:txBody>
          <a:bodyPr/>
          <a:lstStyle>
            <a:lvl1pPr>
              <a:defRPr sz="3400"/>
            </a:lvl1pPr>
            <a:lvl2pPr>
              <a:defRPr sz="2800"/>
            </a:lvl2pPr>
            <a:lvl3pPr>
              <a:defRPr sz="2500"/>
            </a:lvl3pPr>
            <a:lvl4pPr>
              <a:defRPr sz="2200"/>
            </a:lvl4pPr>
            <a:lvl5pPr>
              <a:defRPr sz="2200"/>
            </a:lvl5pPr>
            <a:lvl6pPr>
              <a:defRPr sz="2200"/>
            </a:lvl6pPr>
            <a:lvl7pPr>
              <a:defRPr sz="2200"/>
            </a:lvl7pPr>
            <a:lvl8pPr>
              <a:defRPr sz="2200"/>
            </a:lvl8pPr>
            <a:lvl9pPr>
              <a:defRPr sz="2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503036" y="2149158"/>
            <a:ext cx="5658485" cy="895667"/>
          </a:xfrm>
        </p:spPr>
        <p:txBody>
          <a:bodyPr anchor="b"/>
          <a:lstStyle>
            <a:lvl1pPr marL="0" indent="0">
              <a:buNone/>
              <a:defRPr sz="3400" b="1"/>
            </a:lvl1pPr>
            <a:lvl2pPr marL="640080" indent="0">
              <a:buNone/>
              <a:defRPr sz="2800" b="1"/>
            </a:lvl2pPr>
            <a:lvl3pPr marL="1280160" indent="0">
              <a:buNone/>
              <a:defRPr sz="2500" b="1"/>
            </a:lvl3pPr>
            <a:lvl4pPr marL="1920240" indent="0">
              <a:buNone/>
              <a:defRPr sz="2200" b="1"/>
            </a:lvl4pPr>
            <a:lvl5pPr marL="2560320" indent="0">
              <a:buNone/>
              <a:defRPr sz="2200" b="1"/>
            </a:lvl5pPr>
            <a:lvl6pPr marL="3200400" indent="0">
              <a:buNone/>
              <a:defRPr sz="2200" b="1"/>
            </a:lvl6pPr>
            <a:lvl7pPr marL="3840480" indent="0">
              <a:buNone/>
              <a:defRPr sz="2200" b="1"/>
            </a:lvl7pPr>
            <a:lvl8pPr marL="4480560" indent="0">
              <a:buNone/>
              <a:defRPr sz="2200" b="1"/>
            </a:lvl8pPr>
            <a:lvl9pPr marL="5120640" indent="0">
              <a:buNone/>
              <a:defRPr sz="2200" b="1"/>
            </a:lvl9pPr>
          </a:lstStyle>
          <a:p>
            <a:pPr lvl="0"/>
            <a:r>
              <a:rPr lang="en-US"/>
              <a:t>Click to edit Master text styles</a:t>
            </a:r>
          </a:p>
        </p:txBody>
      </p:sp>
      <p:sp>
        <p:nvSpPr>
          <p:cNvPr id="6" name="Content Placeholder 5"/>
          <p:cNvSpPr>
            <a:spLocks noGrp="1"/>
          </p:cNvSpPr>
          <p:nvPr>
            <p:ph sz="quarter" idx="4"/>
          </p:nvPr>
        </p:nvSpPr>
        <p:spPr>
          <a:xfrm>
            <a:off x="6503036" y="3044825"/>
            <a:ext cx="5658485" cy="5531803"/>
          </a:xfrm>
        </p:spPr>
        <p:txBody>
          <a:bodyPr/>
          <a:lstStyle>
            <a:lvl1pPr>
              <a:defRPr sz="3400"/>
            </a:lvl1pPr>
            <a:lvl2pPr>
              <a:defRPr sz="2800"/>
            </a:lvl2pPr>
            <a:lvl3pPr>
              <a:defRPr sz="2500"/>
            </a:lvl3pPr>
            <a:lvl4pPr>
              <a:defRPr sz="2200"/>
            </a:lvl4pPr>
            <a:lvl5pPr>
              <a:defRPr sz="2200"/>
            </a:lvl5pPr>
            <a:lvl6pPr>
              <a:defRPr sz="2200"/>
            </a:lvl6pPr>
            <a:lvl7pPr>
              <a:defRPr sz="2200"/>
            </a:lvl7pPr>
            <a:lvl8pPr>
              <a:defRPr sz="2200"/>
            </a:lvl8pPr>
            <a:lvl9pPr>
              <a:defRPr sz="2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007E536-774A-4B80-A2DA-1BB7AB3E7900}" type="datetimeFigureOut">
              <a:rPr lang="en-US" smtClean="0"/>
              <a:t>8/2/2024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268D92A-071C-4221-9CEE-04F5A8067740}" type="slidenum">
              <a:rPr lang="en-US" smtClean="0"/>
              <a:t>‹#›</a:t>
            </a:fld>
            <a:endParaRPr lang="en-US"/>
          </a:p>
        </p:txBody>
      </p:sp>
    </p:spTree>
    <p:extLst>
      <p:ext uri="{BB962C8B-B14F-4D97-AF65-F5344CB8AC3E}">
        <p14:creationId xmlns:p14="http://schemas.microsoft.com/office/powerpoint/2010/main" val="30242254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007E536-774A-4B80-A2DA-1BB7AB3E7900}" type="datetimeFigureOut">
              <a:rPr lang="en-US" smtClean="0"/>
              <a:t>8/2/2024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268D92A-071C-4221-9CEE-04F5A8067740}" type="slidenum">
              <a:rPr lang="en-US" smtClean="0"/>
              <a:t>‹#›</a:t>
            </a:fld>
            <a:endParaRPr lang="en-US"/>
          </a:p>
        </p:txBody>
      </p:sp>
    </p:spTree>
    <p:extLst>
      <p:ext uri="{BB962C8B-B14F-4D97-AF65-F5344CB8AC3E}">
        <p14:creationId xmlns:p14="http://schemas.microsoft.com/office/powerpoint/2010/main" val="2755430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007E536-774A-4B80-A2DA-1BB7AB3E7900}" type="datetimeFigureOut">
              <a:rPr lang="en-US" smtClean="0"/>
              <a:t>8/2/2024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268D92A-071C-4221-9CEE-04F5A8067740}" type="slidenum">
              <a:rPr lang="en-US" smtClean="0"/>
              <a:t>‹#›</a:t>
            </a:fld>
            <a:endParaRPr lang="en-US"/>
          </a:p>
        </p:txBody>
      </p:sp>
    </p:spTree>
    <p:extLst>
      <p:ext uri="{BB962C8B-B14F-4D97-AF65-F5344CB8AC3E}">
        <p14:creationId xmlns:p14="http://schemas.microsoft.com/office/powerpoint/2010/main" val="15814142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40081" y="382270"/>
            <a:ext cx="4211638" cy="1626870"/>
          </a:xfrm>
        </p:spPr>
        <p:txBody>
          <a:bodyPr anchor="b"/>
          <a:lstStyle>
            <a:lvl1pPr algn="l">
              <a:defRPr sz="2800" b="1"/>
            </a:lvl1pPr>
          </a:lstStyle>
          <a:p>
            <a:r>
              <a:rPr lang="en-US"/>
              <a:t>Click to edit Master title style</a:t>
            </a:r>
          </a:p>
        </p:txBody>
      </p:sp>
      <p:sp>
        <p:nvSpPr>
          <p:cNvPr id="3" name="Content Placeholder 2"/>
          <p:cNvSpPr>
            <a:spLocks noGrp="1"/>
          </p:cNvSpPr>
          <p:nvPr>
            <p:ph idx="1"/>
          </p:nvPr>
        </p:nvSpPr>
        <p:spPr>
          <a:xfrm>
            <a:off x="5005070" y="382271"/>
            <a:ext cx="7156450" cy="8194358"/>
          </a:xfrm>
        </p:spPr>
        <p:txBody>
          <a:bodyPr/>
          <a:lstStyle>
            <a:lvl1pPr>
              <a:defRPr sz="4500"/>
            </a:lvl1pPr>
            <a:lvl2pPr>
              <a:defRPr sz="3900"/>
            </a:lvl2pPr>
            <a:lvl3pPr>
              <a:defRPr sz="3400"/>
            </a:lvl3pPr>
            <a:lvl4pPr>
              <a:defRPr sz="2800"/>
            </a:lvl4pPr>
            <a:lvl5pPr>
              <a:defRPr sz="2800"/>
            </a:lvl5pPr>
            <a:lvl6pPr>
              <a:defRPr sz="2800"/>
            </a:lvl6pPr>
            <a:lvl7pPr>
              <a:defRPr sz="2800"/>
            </a:lvl7pPr>
            <a:lvl8pPr>
              <a:defRPr sz="2800"/>
            </a:lvl8pPr>
            <a:lvl9pPr>
              <a:defRPr sz="2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40081" y="2009141"/>
            <a:ext cx="4211638" cy="6567488"/>
          </a:xfrm>
        </p:spPr>
        <p:txBody>
          <a:bodyPr/>
          <a:lstStyle>
            <a:lvl1pPr marL="0" indent="0">
              <a:buNone/>
              <a:defRPr sz="2000"/>
            </a:lvl1pPr>
            <a:lvl2pPr marL="640080" indent="0">
              <a:buNone/>
              <a:defRPr sz="1700"/>
            </a:lvl2pPr>
            <a:lvl3pPr marL="1280160" indent="0">
              <a:buNone/>
              <a:defRPr sz="1400"/>
            </a:lvl3pPr>
            <a:lvl4pPr marL="1920240" indent="0">
              <a:buNone/>
              <a:defRPr sz="1300"/>
            </a:lvl4pPr>
            <a:lvl5pPr marL="2560320" indent="0">
              <a:buNone/>
              <a:defRPr sz="1300"/>
            </a:lvl5pPr>
            <a:lvl6pPr marL="3200400" indent="0">
              <a:buNone/>
              <a:defRPr sz="1300"/>
            </a:lvl6pPr>
            <a:lvl7pPr marL="3840480" indent="0">
              <a:buNone/>
              <a:defRPr sz="1300"/>
            </a:lvl7pPr>
            <a:lvl8pPr marL="4480560" indent="0">
              <a:buNone/>
              <a:defRPr sz="1300"/>
            </a:lvl8pPr>
            <a:lvl9pPr marL="5120640" indent="0">
              <a:buNone/>
              <a:defRPr sz="1300"/>
            </a:lvl9pPr>
          </a:lstStyle>
          <a:p>
            <a:pPr lvl="0"/>
            <a:r>
              <a:rPr lang="en-US"/>
              <a:t>Click to edit Master text styles</a:t>
            </a:r>
          </a:p>
        </p:txBody>
      </p:sp>
      <p:sp>
        <p:nvSpPr>
          <p:cNvPr id="5" name="Date Placeholder 4"/>
          <p:cNvSpPr>
            <a:spLocks noGrp="1"/>
          </p:cNvSpPr>
          <p:nvPr>
            <p:ph type="dt" sz="half" idx="10"/>
          </p:nvPr>
        </p:nvSpPr>
        <p:spPr/>
        <p:txBody>
          <a:bodyPr/>
          <a:lstStyle/>
          <a:p>
            <a:fld id="{1007E536-774A-4B80-A2DA-1BB7AB3E7900}" type="datetimeFigureOut">
              <a:rPr lang="en-US" smtClean="0"/>
              <a:t>8/2/2024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268D92A-071C-4221-9CEE-04F5A8067740}" type="slidenum">
              <a:rPr lang="en-US" smtClean="0"/>
              <a:t>‹#›</a:t>
            </a:fld>
            <a:endParaRPr lang="en-US"/>
          </a:p>
        </p:txBody>
      </p:sp>
    </p:spTree>
    <p:extLst>
      <p:ext uri="{BB962C8B-B14F-4D97-AF65-F5344CB8AC3E}">
        <p14:creationId xmlns:p14="http://schemas.microsoft.com/office/powerpoint/2010/main" val="34679026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09203" y="6720840"/>
            <a:ext cx="7680960" cy="793433"/>
          </a:xfrm>
        </p:spPr>
        <p:txBody>
          <a:bodyPr anchor="b"/>
          <a:lstStyle>
            <a:lvl1pPr algn="l">
              <a:defRPr sz="2800" b="1"/>
            </a:lvl1pPr>
          </a:lstStyle>
          <a:p>
            <a:r>
              <a:rPr lang="en-US"/>
              <a:t>Click to edit Master title style</a:t>
            </a:r>
          </a:p>
        </p:txBody>
      </p:sp>
      <p:sp>
        <p:nvSpPr>
          <p:cNvPr id="3" name="Picture Placeholder 2"/>
          <p:cNvSpPr>
            <a:spLocks noGrp="1"/>
          </p:cNvSpPr>
          <p:nvPr>
            <p:ph type="pic" idx="1"/>
          </p:nvPr>
        </p:nvSpPr>
        <p:spPr>
          <a:xfrm>
            <a:off x="2509203" y="857885"/>
            <a:ext cx="7680960" cy="5760720"/>
          </a:xfrm>
        </p:spPr>
        <p:txBody>
          <a:bodyPr/>
          <a:lstStyle>
            <a:lvl1pPr marL="0" indent="0">
              <a:buNone/>
              <a:defRPr sz="4500"/>
            </a:lvl1pPr>
            <a:lvl2pPr marL="640080" indent="0">
              <a:buNone/>
              <a:defRPr sz="3900"/>
            </a:lvl2pPr>
            <a:lvl3pPr marL="1280160" indent="0">
              <a:buNone/>
              <a:defRPr sz="3400"/>
            </a:lvl3pPr>
            <a:lvl4pPr marL="1920240" indent="0">
              <a:buNone/>
              <a:defRPr sz="2800"/>
            </a:lvl4pPr>
            <a:lvl5pPr marL="2560320" indent="0">
              <a:buNone/>
              <a:defRPr sz="2800"/>
            </a:lvl5pPr>
            <a:lvl6pPr marL="3200400" indent="0">
              <a:buNone/>
              <a:defRPr sz="2800"/>
            </a:lvl6pPr>
            <a:lvl7pPr marL="3840480" indent="0">
              <a:buNone/>
              <a:defRPr sz="2800"/>
            </a:lvl7pPr>
            <a:lvl8pPr marL="4480560" indent="0">
              <a:buNone/>
              <a:defRPr sz="2800"/>
            </a:lvl8pPr>
            <a:lvl9pPr marL="5120640" indent="0">
              <a:buNone/>
              <a:defRPr sz="2800"/>
            </a:lvl9pPr>
          </a:lstStyle>
          <a:p>
            <a:endParaRPr lang="en-US"/>
          </a:p>
        </p:txBody>
      </p:sp>
      <p:sp>
        <p:nvSpPr>
          <p:cNvPr id="4" name="Text Placeholder 3"/>
          <p:cNvSpPr>
            <a:spLocks noGrp="1"/>
          </p:cNvSpPr>
          <p:nvPr>
            <p:ph type="body" sz="half" idx="2"/>
          </p:nvPr>
        </p:nvSpPr>
        <p:spPr>
          <a:xfrm>
            <a:off x="2509203" y="7514273"/>
            <a:ext cx="7680960" cy="1126807"/>
          </a:xfrm>
        </p:spPr>
        <p:txBody>
          <a:bodyPr/>
          <a:lstStyle>
            <a:lvl1pPr marL="0" indent="0">
              <a:buNone/>
              <a:defRPr sz="2000"/>
            </a:lvl1pPr>
            <a:lvl2pPr marL="640080" indent="0">
              <a:buNone/>
              <a:defRPr sz="1700"/>
            </a:lvl2pPr>
            <a:lvl3pPr marL="1280160" indent="0">
              <a:buNone/>
              <a:defRPr sz="1400"/>
            </a:lvl3pPr>
            <a:lvl4pPr marL="1920240" indent="0">
              <a:buNone/>
              <a:defRPr sz="1300"/>
            </a:lvl4pPr>
            <a:lvl5pPr marL="2560320" indent="0">
              <a:buNone/>
              <a:defRPr sz="1300"/>
            </a:lvl5pPr>
            <a:lvl6pPr marL="3200400" indent="0">
              <a:buNone/>
              <a:defRPr sz="1300"/>
            </a:lvl6pPr>
            <a:lvl7pPr marL="3840480" indent="0">
              <a:buNone/>
              <a:defRPr sz="1300"/>
            </a:lvl7pPr>
            <a:lvl8pPr marL="4480560" indent="0">
              <a:buNone/>
              <a:defRPr sz="1300"/>
            </a:lvl8pPr>
            <a:lvl9pPr marL="5120640" indent="0">
              <a:buNone/>
              <a:defRPr sz="1300"/>
            </a:lvl9pPr>
          </a:lstStyle>
          <a:p>
            <a:pPr lvl="0"/>
            <a:r>
              <a:rPr lang="en-US"/>
              <a:t>Click to edit Master text styles</a:t>
            </a:r>
          </a:p>
        </p:txBody>
      </p:sp>
      <p:sp>
        <p:nvSpPr>
          <p:cNvPr id="5" name="Date Placeholder 4"/>
          <p:cNvSpPr>
            <a:spLocks noGrp="1"/>
          </p:cNvSpPr>
          <p:nvPr>
            <p:ph type="dt" sz="half" idx="10"/>
          </p:nvPr>
        </p:nvSpPr>
        <p:spPr/>
        <p:txBody>
          <a:bodyPr/>
          <a:lstStyle/>
          <a:p>
            <a:fld id="{1007E536-774A-4B80-A2DA-1BB7AB3E7900}" type="datetimeFigureOut">
              <a:rPr lang="en-US" smtClean="0"/>
              <a:t>8/2/2024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268D92A-071C-4221-9CEE-04F5A8067740}" type="slidenum">
              <a:rPr lang="en-US" smtClean="0"/>
              <a:t>‹#›</a:t>
            </a:fld>
            <a:endParaRPr lang="en-US"/>
          </a:p>
        </p:txBody>
      </p:sp>
    </p:spTree>
    <p:extLst>
      <p:ext uri="{BB962C8B-B14F-4D97-AF65-F5344CB8AC3E}">
        <p14:creationId xmlns:p14="http://schemas.microsoft.com/office/powerpoint/2010/main" val="12058084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007E536-774A-4B80-A2DA-1BB7AB3E7900}" type="datetimeFigureOut">
              <a:rPr lang="en-US" smtClean="0"/>
              <a:t>8/2/2024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268D92A-071C-4221-9CEE-04F5A8067740}" type="slidenum">
              <a:rPr lang="en-US" smtClean="0"/>
              <a:t>‹#›</a:t>
            </a:fld>
            <a:endParaRPr lang="en-US"/>
          </a:p>
        </p:txBody>
      </p:sp>
    </p:spTree>
    <p:extLst>
      <p:ext uri="{BB962C8B-B14F-4D97-AF65-F5344CB8AC3E}">
        <p14:creationId xmlns:p14="http://schemas.microsoft.com/office/powerpoint/2010/main" val="22674153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2994959" y="537845"/>
            <a:ext cx="4031615" cy="11470323"/>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95668" y="537845"/>
            <a:ext cx="11885930" cy="1147032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007E536-774A-4B80-A2DA-1BB7AB3E7900}" type="datetimeFigureOut">
              <a:rPr lang="en-US" smtClean="0"/>
              <a:t>8/2/2024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268D92A-071C-4221-9CEE-04F5A8067740}" type="slidenum">
              <a:rPr lang="en-US" smtClean="0"/>
              <a:t>‹#›</a:t>
            </a:fld>
            <a:endParaRPr lang="en-US"/>
          </a:p>
        </p:txBody>
      </p:sp>
    </p:spTree>
    <p:extLst>
      <p:ext uri="{BB962C8B-B14F-4D97-AF65-F5344CB8AC3E}">
        <p14:creationId xmlns:p14="http://schemas.microsoft.com/office/powerpoint/2010/main" val="782645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t="-17000" b="-17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40080" y="384493"/>
            <a:ext cx="11521440" cy="1600200"/>
          </a:xfrm>
          <a:prstGeom prst="rect">
            <a:avLst/>
          </a:prstGeom>
        </p:spPr>
        <p:txBody>
          <a:bodyPr vert="horz" lIns="128016" tIns="64008" rIns="128016" bIns="64008" rtlCol="0" anchor="ctr">
            <a:normAutofit/>
          </a:bodyPr>
          <a:lstStyle/>
          <a:p>
            <a:r>
              <a:rPr lang="en-US"/>
              <a:t>Click to edit Master title style</a:t>
            </a:r>
          </a:p>
        </p:txBody>
      </p:sp>
      <p:sp>
        <p:nvSpPr>
          <p:cNvPr id="3" name="Text Placeholder 2"/>
          <p:cNvSpPr>
            <a:spLocks noGrp="1"/>
          </p:cNvSpPr>
          <p:nvPr>
            <p:ph type="body" idx="1"/>
          </p:nvPr>
        </p:nvSpPr>
        <p:spPr>
          <a:xfrm>
            <a:off x="640080" y="2240281"/>
            <a:ext cx="11521440" cy="6336348"/>
          </a:xfrm>
          <a:prstGeom prst="rect">
            <a:avLst/>
          </a:prstGeom>
        </p:spPr>
        <p:txBody>
          <a:bodyPr vert="horz" lIns="128016" tIns="64008" rIns="128016" bIns="64008"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40080" y="8898891"/>
            <a:ext cx="2987040" cy="511175"/>
          </a:xfrm>
          <a:prstGeom prst="rect">
            <a:avLst/>
          </a:prstGeom>
        </p:spPr>
        <p:txBody>
          <a:bodyPr vert="horz" lIns="128016" tIns="64008" rIns="128016" bIns="64008" rtlCol="0" anchor="ctr"/>
          <a:lstStyle>
            <a:lvl1pPr algn="l">
              <a:defRPr sz="1700">
                <a:solidFill>
                  <a:schemeClr val="tx1">
                    <a:tint val="75000"/>
                  </a:schemeClr>
                </a:solidFill>
              </a:defRPr>
            </a:lvl1pPr>
          </a:lstStyle>
          <a:p>
            <a:fld id="{1007E536-774A-4B80-A2DA-1BB7AB3E7900}" type="datetimeFigureOut">
              <a:rPr lang="en-US" smtClean="0"/>
              <a:t>8/2/2024</a:t>
            </a:fld>
            <a:endParaRPr lang="en-US"/>
          </a:p>
        </p:txBody>
      </p:sp>
      <p:sp>
        <p:nvSpPr>
          <p:cNvPr id="5" name="Footer Placeholder 4"/>
          <p:cNvSpPr>
            <a:spLocks noGrp="1"/>
          </p:cNvSpPr>
          <p:nvPr>
            <p:ph type="ftr" sz="quarter" idx="3"/>
          </p:nvPr>
        </p:nvSpPr>
        <p:spPr>
          <a:xfrm>
            <a:off x="4373880" y="8898891"/>
            <a:ext cx="4053840" cy="511175"/>
          </a:xfrm>
          <a:prstGeom prst="rect">
            <a:avLst/>
          </a:prstGeom>
        </p:spPr>
        <p:txBody>
          <a:bodyPr vert="horz" lIns="128016" tIns="64008" rIns="128016" bIns="64008" rtlCol="0" anchor="ctr"/>
          <a:lstStyle>
            <a:lvl1pPr algn="ctr">
              <a:defRPr sz="17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9174480" y="8898891"/>
            <a:ext cx="2987040" cy="511175"/>
          </a:xfrm>
          <a:prstGeom prst="rect">
            <a:avLst/>
          </a:prstGeom>
        </p:spPr>
        <p:txBody>
          <a:bodyPr vert="horz" lIns="128016" tIns="64008" rIns="128016" bIns="64008" rtlCol="0" anchor="ctr"/>
          <a:lstStyle>
            <a:lvl1pPr algn="r">
              <a:defRPr sz="1700">
                <a:solidFill>
                  <a:schemeClr val="tx1">
                    <a:tint val="75000"/>
                  </a:schemeClr>
                </a:solidFill>
              </a:defRPr>
            </a:lvl1pPr>
          </a:lstStyle>
          <a:p>
            <a:fld id="{5268D92A-071C-4221-9CEE-04F5A8067740}" type="slidenum">
              <a:rPr lang="en-US" smtClean="0"/>
              <a:t>‹#›</a:t>
            </a:fld>
            <a:endParaRPr lang="en-US"/>
          </a:p>
        </p:txBody>
      </p:sp>
    </p:spTree>
    <p:extLst>
      <p:ext uri="{BB962C8B-B14F-4D97-AF65-F5344CB8AC3E}">
        <p14:creationId xmlns:p14="http://schemas.microsoft.com/office/powerpoint/2010/main" val="157747206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1280160" rtl="0" eaLnBrk="1" latinLnBrk="0" hangingPunct="1">
        <a:spcBef>
          <a:spcPct val="0"/>
        </a:spcBef>
        <a:buNone/>
        <a:defRPr sz="6200" kern="1200">
          <a:solidFill>
            <a:schemeClr val="tx1"/>
          </a:solidFill>
          <a:latin typeface="+mj-lt"/>
          <a:ea typeface="+mj-ea"/>
          <a:cs typeface="+mj-cs"/>
        </a:defRPr>
      </a:lvl1pPr>
    </p:titleStyle>
    <p:bodyStyle>
      <a:lvl1pPr marL="480060" indent="-480060" algn="l" defTabSz="1280160" rtl="0" eaLnBrk="1" latinLnBrk="0" hangingPunct="1">
        <a:spcBef>
          <a:spcPct val="20000"/>
        </a:spcBef>
        <a:buFont typeface="Arial" panose="020B0604020202020204" pitchFamily="34" charset="0"/>
        <a:buChar char="•"/>
        <a:defRPr sz="4500" kern="1200">
          <a:solidFill>
            <a:schemeClr val="tx1"/>
          </a:solidFill>
          <a:latin typeface="+mn-lt"/>
          <a:ea typeface="+mn-ea"/>
          <a:cs typeface="+mn-cs"/>
        </a:defRPr>
      </a:lvl1pPr>
      <a:lvl2pPr marL="1040130" indent="-400050" algn="l" defTabSz="1280160" rtl="0" eaLnBrk="1" latinLnBrk="0" hangingPunct="1">
        <a:spcBef>
          <a:spcPct val="20000"/>
        </a:spcBef>
        <a:buFont typeface="Arial" panose="020B0604020202020204" pitchFamily="34" charset="0"/>
        <a:buChar char="–"/>
        <a:defRPr sz="3900" kern="1200">
          <a:solidFill>
            <a:schemeClr val="tx1"/>
          </a:solidFill>
          <a:latin typeface="+mn-lt"/>
          <a:ea typeface="+mn-ea"/>
          <a:cs typeface="+mn-cs"/>
        </a:defRPr>
      </a:lvl2pPr>
      <a:lvl3pPr marL="1600200" indent="-320040" algn="l" defTabSz="1280160" rtl="0" eaLnBrk="1" latinLnBrk="0" hangingPunct="1">
        <a:spcBef>
          <a:spcPct val="20000"/>
        </a:spcBef>
        <a:buFont typeface="Arial" panose="020B0604020202020204" pitchFamily="34" charset="0"/>
        <a:buChar char="•"/>
        <a:defRPr sz="3400" kern="1200">
          <a:solidFill>
            <a:schemeClr val="tx1"/>
          </a:solidFill>
          <a:latin typeface="+mn-lt"/>
          <a:ea typeface="+mn-ea"/>
          <a:cs typeface="+mn-cs"/>
        </a:defRPr>
      </a:lvl3pPr>
      <a:lvl4pPr marL="2240280" indent="-320040" algn="l" defTabSz="128016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4pPr>
      <a:lvl5pPr marL="2880360" indent="-320040" algn="l" defTabSz="128016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5pPr>
      <a:lvl6pPr marL="3520440" indent="-320040" algn="l" defTabSz="128016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6pPr>
      <a:lvl7pPr marL="4160520" indent="-320040" algn="l" defTabSz="128016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7pPr>
      <a:lvl8pPr marL="4800600" indent="-320040" algn="l" defTabSz="128016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8pPr>
      <a:lvl9pPr marL="5440680" indent="-320040" algn="l" defTabSz="128016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9pPr>
    </p:bodyStyle>
    <p:otherStyle>
      <a:defPPr>
        <a:defRPr lang="en-US"/>
      </a:defPPr>
      <a:lvl1pPr marL="0" algn="l" defTabSz="1280160" rtl="0" eaLnBrk="1" latinLnBrk="0" hangingPunct="1">
        <a:defRPr sz="2500" kern="1200">
          <a:solidFill>
            <a:schemeClr val="tx1"/>
          </a:solidFill>
          <a:latin typeface="+mn-lt"/>
          <a:ea typeface="+mn-ea"/>
          <a:cs typeface="+mn-cs"/>
        </a:defRPr>
      </a:lvl1pPr>
      <a:lvl2pPr marL="640080" algn="l" defTabSz="1280160" rtl="0" eaLnBrk="1" latinLnBrk="0" hangingPunct="1">
        <a:defRPr sz="2500" kern="1200">
          <a:solidFill>
            <a:schemeClr val="tx1"/>
          </a:solidFill>
          <a:latin typeface="+mn-lt"/>
          <a:ea typeface="+mn-ea"/>
          <a:cs typeface="+mn-cs"/>
        </a:defRPr>
      </a:lvl2pPr>
      <a:lvl3pPr marL="1280160" algn="l" defTabSz="1280160" rtl="0" eaLnBrk="1" latinLnBrk="0" hangingPunct="1">
        <a:defRPr sz="2500" kern="1200">
          <a:solidFill>
            <a:schemeClr val="tx1"/>
          </a:solidFill>
          <a:latin typeface="+mn-lt"/>
          <a:ea typeface="+mn-ea"/>
          <a:cs typeface="+mn-cs"/>
        </a:defRPr>
      </a:lvl3pPr>
      <a:lvl4pPr marL="1920240" algn="l" defTabSz="1280160" rtl="0" eaLnBrk="1" latinLnBrk="0" hangingPunct="1">
        <a:defRPr sz="2500" kern="1200">
          <a:solidFill>
            <a:schemeClr val="tx1"/>
          </a:solidFill>
          <a:latin typeface="+mn-lt"/>
          <a:ea typeface="+mn-ea"/>
          <a:cs typeface="+mn-cs"/>
        </a:defRPr>
      </a:lvl4pPr>
      <a:lvl5pPr marL="2560320" algn="l" defTabSz="1280160" rtl="0" eaLnBrk="1" latinLnBrk="0" hangingPunct="1">
        <a:defRPr sz="2500" kern="1200">
          <a:solidFill>
            <a:schemeClr val="tx1"/>
          </a:solidFill>
          <a:latin typeface="+mn-lt"/>
          <a:ea typeface="+mn-ea"/>
          <a:cs typeface="+mn-cs"/>
        </a:defRPr>
      </a:lvl5pPr>
      <a:lvl6pPr marL="3200400" algn="l" defTabSz="1280160" rtl="0" eaLnBrk="1" latinLnBrk="0" hangingPunct="1">
        <a:defRPr sz="2500" kern="1200">
          <a:solidFill>
            <a:schemeClr val="tx1"/>
          </a:solidFill>
          <a:latin typeface="+mn-lt"/>
          <a:ea typeface="+mn-ea"/>
          <a:cs typeface="+mn-cs"/>
        </a:defRPr>
      </a:lvl6pPr>
      <a:lvl7pPr marL="3840480" algn="l" defTabSz="1280160" rtl="0" eaLnBrk="1" latinLnBrk="0" hangingPunct="1">
        <a:defRPr sz="2500" kern="1200">
          <a:solidFill>
            <a:schemeClr val="tx1"/>
          </a:solidFill>
          <a:latin typeface="+mn-lt"/>
          <a:ea typeface="+mn-ea"/>
          <a:cs typeface="+mn-cs"/>
        </a:defRPr>
      </a:lvl7pPr>
      <a:lvl8pPr marL="4480560" algn="l" defTabSz="1280160" rtl="0" eaLnBrk="1" latinLnBrk="0" hangingPunct="1">
        <a:defRPr sz="2500" kern="1200">
          <a:solidFill>
            <a:schemeClr val="tx1"/>
          </a:solidFill>
          <a:latin typeface="+mn-lt"/>
          <a:ea typeface="+mn-ea"/>
          <a:cs typeface="+mn-cs"/>
        </a:defRPr>
      </a:lvl8pPr>
      <a:lvl9pPr marL="5120640" algn="l" defTabSz="1280160" rtl="0" eaLnBrk="1" latinLnBrk="0" hangingPunct="1">
        <a:defRPr sz="25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jpeg"/><Relationship Id="rId3" Type="http://schemas.openxmlformats.org/officeDocument/2006/relationships/image" Target="../media/image3.png"/><Relationship Id="rId7" Type="http://schemas.openxmlformats.org/officeDocument/2006/relationships/image" Target="../media/image6.jpeg"/><Relationship Id="rId2" Type="http://schemas.openxmlformats.org/officeDocument/2006/relationships/image" Target="../media/image2.jpeg"/><Relationship Id="rId1" Type="http://schemas.openxmlformats.org/officeDocument/2006/relationships/slideLayout" Target="../slideLayouts/slideLayout1.xml"/><Relationship Id="rId6" Type="http://schemas.openxmlformats.org/officeDocument/2006/relationships/image" Target="../media/image5.jpeg"/><Relationship Id="rId5" Type="http://schemas.openxmlformats.org/officeDocument/2006/relationships/image" Target="../media/image4.jpeg"/><Relationship Id="rId10" Type="http://schemas.openxmlformats.org/officeDocument/2006/relationships/image" Target="../media/image8.png"/><Relationship Id="rId4" Type="http://schemas.microsoft.com/office/2007/relationships/hdphoto" Target="../media/hdphoto1.wdp"/><Relationship Id="rId9" Type="http://schemas.openxmlformats.org/officeDocument/2006/relationships/hyperlink" Target="https://en.wikipedia.org/wiki/Heart_rate_monitor"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8000" r="-8000"/>
          </a:stretch>
        </a:blipFill>
        <a:effectLst/>
      </p:bgPr>
    </p:bg>
    <p:spTree>
      <p:nvGrpSpPr>
        <p:cNvPr id="1" name=""/>
        <p:cNvGrpSpPr/>
        <p:nvPr/>
      </p:nvGrpSpPr>
      <p:grpSpPr>
        <a:xfrm>
          <a:off x="0" y="0"/>
          <a:ext cx="0" cy="0"/>
          <a:chOff x="0" y="0"/>
          <a:chExt cx="0" cy="0"/>
        </a:xfrm>
      </p:grpSpPr>
      <p:pic>
        <p:nvPicPr>
          <p:cNvPr id="3" name="Picture 2"/>
          <p:cNvPicPr>
            <a:picLocks noChangeAspect="1"/>
          </p:cNvPicPr>
          <p:nvPr/>
        </p:nvPicPr>
        <p:blipFill>
          <a:blip r:embed="rId3">
            <a:duotone>
              <a:schemeClr val="accent1">
                <a:shade val="45000"/>
                <a:satMod val="135000"/>
              </a:schemeClr>
              <a:prstClr val="white"/>
            </a:duotone>
            <a:extLst>
              <a:ext uri="{BEBA8EAE-BF5A-486C-A8C5-ECC9F3942E4B}">
                <a14:imgProps xmlns:a14="http://schemas.microsoft.com/office/drawing/2010/main">
                  <a14:imgLayer r:embed="rId4">
                    <a14:imgEffect>
                      <a14:backgroundRemoval t="0" b="100000" l="0" r="89474">
                        <a14:foregroundMark x1="32749" y1="6803" x2="23977" y2="13265"/>
                        <a14:foregroundMark x1="68421" y1="8503" x2="77778" y2="15986"/>
                      </a14:backgroundRemoval>
                    </a14:imgEffect>
                    <a14:imgEffect>
                      <a14:brightnessContrast bright="20000" contrast="-40000"/>
                    </a14:imgEffect>
                  </a14:imgLayer>
                </a14:imgProps>
              </a:ext>
              <a:ext uri="{28A0092B-C50C-407E-A947-70E740481C1C}">
                <a14:useLocalDpi xmlns:a14="http://schemas.microsoft.com/office/drawing/2010/main" val="0"/>
              </a:ext>
            </a:extLst>
          </a:blip>
          <a:stretch>
            <a:fillRect/>
          </a:stretch>
        </p:blipFill>
        <p:spPr>
          <a:xfrm>
            <a:off x="8408828" y="1833662"/>
            <a:ext cx="4033551" cy="6319737"/>
          </a:xfrm>
          <a:prstGeom prst="rect">
            <a:avLst/>
          </a:prstGeom>
        </p:spPr>
      </p:pic>
      <p:pic>
        <p:nvPicPr>
          <p:cNvPr id="2050" name="Picture 9"/>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1413871" y="69795"/>
            <a:ext cx="1165225" cy="1165225"/>
          </a:xfrm>
          <a:prstGeom prst="rect">
            <a:avLst/>
          </a:prstGeom>
          <a:noFill/>
          <a:extLst>
            <a:ext uri="{909E8E84-426E-40DD-AFC4-6F175D3DCCD1}">
              <a14:hiddenFill xmlns:a14="http://schemas.microsoft.com/office/drawing/2010/main">
                <a:solidFill>
                  <a:srgbClr val="FFFFFF"/>
                </a:solidFill>
              </a14:hiddenFill>
            </a:ext>
          </a:extLst>
        </p:spPr>
      </p:pic>
      <p:pic>
        <p:nvPicPr>
          <p:cNvPr id="2049"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1336" y="133358"/>
            <a:ext cx="1236663" cy="1250950"/>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4"/>
          <p:cNvSpPr>
            <a:spLocks noChangeArrowheads="1"/>
          </p:cNvSpPr>
          <p:nvPr/>
        </p:nvSpPr>
        <p:spPr bwMode="auto">
          <a:xfrm rot="10800000" flipV="1">
            <a:off x="6096" y="133359"/>
            <a:ext cx="12573000" cy="7540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1" fontAlgn="base" latinLnBrk="0" hangingPunct="1">
              <a:lnSpc>
                <a:spcPct val="100000"/>
              </a:lnSpc>
              <a:spcBef>
                <a:spcPct val="0"/>
              </a:spcBef>
              <a:spcAft>
                <a:spcPct val="0"/>
              </a:spcAft>
              <a:buClrTx/>
              <a:buSzTx/>
              <a:buFontTx/>
              <a:buNone/>
              <a:tabLst/>
            </a:pPr>
            <a:br>
              <a:rPr kumimoji="0" lang="en-US" altLang="en-US" sz="1100" b="0" i="0" u="none" strike="noStrike" cap="none" normalizeH="0" baseline="0" dirty="0">
                <a:ln>
                  <a:noFill/>
                </a:ln>
                <a:solidFill>
                  <a:schemeClr val="tx1"/>
                </a:solidFill>
                <a:effectLst/>
                <a:latin typeface="Calibri" pitchFamily="34" charset="0"/>
                <a:ea typeface="Calibri" pitchFamily="34" charset="0"/>
                <a:cs typeface="Times New Roman" pitchFamily="18" charset="0"/>
              </a:rPr>
            </a:br>
            <a:r>
              <a:rPr kumimoji="0" lang="en-US" altLang="en-US" sz="1600" b="1" i="0" u="sng" strike="noStrike" cap="none" normalizeH="0" baseline="0" dirty="0" err="1">
                <a:ln>
                  <a:noFill/>
                </a:ln>
                <a:solidFill>
                  <a:srgbClr val="000000"/>
                </a:solidFill>
                <a:effectLst/>
                <a:latin typeface="Arial Black" pitchFamily="34" charset="0"/>
                <a:ea typeface="Calibri" pitchFamily="34" charset="0"/>
                <a:cs typeface="Times New Roman" pitchFamily="18" charset="0"/>
              </a:rPr>
              <a:t>Vidya</a:t>
            </a:r>
            <a:r>
              <a:rPr kumimoji="0" lang="en-US" altLang="en-US" sz="1600" b="1" i="0" u="sng" strike="noStrike" cap="none" normalizeH="0" baseline="0" dirty="0">
                <a:ln>
                  <a:noFill/>
                </a:ln>
                <a:solidFill>
                  <a:srgbClr val="000000"/>
                </a:solidFill>
                <a:effectLst/>
                <a:latin typeface="Arial Black" pitchFamily="34" charset="0"/>
                <a:ea typeface="Calibri" pitchFamily="34" charset="0"/>
                <a:cs typeface="Times New Roman" pitchFamily="18" charset="0"/>
              </a:rPr>
              <a:t> </a:t>
            </a:r>
            <a:r>
              <a:rPr kumimoji="0" lang="en-US" altLang="en-US" sz="1600" b="1" i="0" u="sng" strike="noStrike" cap="none" normalizeH="0" baseline="0" dirty="0" err="1">
                <a:ln>
                  <a:noFill/>
                </a:ln>
                <a:solidFill>
                  <a:srgbClr val="000000"/>
                </a:solidFill>
                <a:effectLst/>
                <a:latin typeface="Arial Black" pitchFamily="34" charset="0"/>
                <a:ea typeface="Calibri" pitchFamily="34" charset="0"/>
                <a:cs typeface="Times New Roman" pitchFamily="18" charset="0"/>
              </a:rPr>
              <a:t>Pratishthan</a:t>
            </a:r>
            <a:r>
              <a:rPr kumimoji="0" lang="en-US" altLang="en-US" sz="1600" b="1" i="0" u="sng" strike="noStrike" cap="none" normalizeH="0" baseline="0" dirty="0" err="1">
                <a:ln>
                  <a:noFill/>
                </a:ln>
                <a:solidFill>
                  <a:srgbClr val="000000"/>
                </a:solidFill>
                <a:effectLst/>
                <a:latin typeface="Calibri"/>
                <a:ea typeface="Calibri" pitchFamily="34" charset="0"/>
                <a:cs typeface="Times New Roman" pitchFamily="18" charset="0"/>
              </a:rPr>
              <a:t>’</a:t>
            </a:r>
            <a:r>
              <a:rPr kumimoji="0" lang="en-US" altLang="en-US" sz="1600" b="1" i="0" u="sng" strike="noStrike" cap="none" normalizeH="0" baseline="0" dirty="0" err="1">
                <a:ln>
                  <a:noFill/>
                </a:ln>
                <a:solidFill>
                  <a:srgbClr val="000000"/>
                </a:solidFill>
                <a:effectLst/>
                <a:latin typeface="Arial Black" pitchFamily="34" charset="0"/>
                <a:ea typeface="Calibri" pitchFamily="34" charset="0"/>
                <a:cs typeface="Times New Roman" pitchFamily="18" charset="0"/>
              </a:rPr>
              <a:t>s</a:t>
            </a:r>
            <a:r>
              <a:rPr kumimoji="0" lang="en-US" altLang="en-US" sz="1600" b="1" i="0" u="sng" strike="noStrike" cap="none" normalizeH="0" baseline="0" dirty="0">
                <a:ln>
                  <a:noFill/>
                </a:ln>
                <a:solidFill>
                  <a:srgbClr val="000000"/>
                </a:solidFill>
                <a:effectLst/>
                <a:latin typeface="Arial Black" pitchFamily="34" charset="0"/>
                <a:ea typeface="Calibri" pitchFamily="34" charset="0"/>
                <a:cs typeface="Times New Roman" pitchFamily="18" charset="0"/>
              </a:rPr>
              <a:t> </a:t>
            </a:r>
            <a:r>
              <a:rPr kumimoji="0" lang="en-US" altLang="en-US" sz="1600" b="1" i="0" u="sng" strike="noStrike" cap="none" normalizeH="0" baseline="0" dirty="0" err="1">
                <a:ln>
                  <a:noFill/>
                </a:ln>
                <a:solidFill>
                  <a:srgbClr val="000000"/>
                </a:solidFill>
                <a:effectLst/>
                <a:latin typeface="Arial Black" pitchFamily="34" charset="0"/>
                <a:ea typeface="Calibri" pitchFamily="34" charset="0"/>
                <a:cs typeface="Times New Roman" pitchFamily="18" charset="0"/>
              </a:rPr>
              <a:t>Kamalnayan</a:t>
            </a:r>
            <a:r>
              <a:rPr kumimoji="0" lang="en-US" altLang="en-US" sz="1600" b="1" i="0" u="sng" strike="noStrike" cap="none" normalizeH="0" baseline="0" dirty="0">
                <a:ln>
                  <a:noFill/>
                </a:ln>
                <a:solidFill>
                  <a:srgbClr val="000000"/>
                </a:solidFill>
                <a:effectLst/>
                <a:latin typeface="Arial Black" pitchFamily="34" charset="0"/>
                <a:ea typeface="Calibri" pitchFamily="34" charset="0"/>
                <a:cs typeface="Times New Roman" pitchFamily="18" charset="0"/>
              </a:rPr>
              <a:t> Bajaj Institute Of Engineering &amp; </a:t>
            </a:r>
            <a:r>
              <a:rPr kumimoji="0" lang="en-US" altLang="en-US" sz="1600" b="1" i="0" u="sng" strike="noStrike" cap="none" normalizeH="0" baseline="0" dirty="0" err="1">
                <a:ln>
                  <a:noFill/>
                </a:ln>
                <a:solidFill>
                  <a:srgbClr val="000000"/>
                </a:solidFill>
                <a:effectLst/>
                <a:latin typeface="Arial Black" pitchFamily="34" charset="0"/>
                <a:ea typeface="Calibri" pitchFamily="34" charset="0"/>
                <a:cs typeface="Times New Roman" pitchFamily="18" charset="0"/>
              </a:rPr>
              <a:t>Technology,Baramati</a:t>
            </a:r>
            <a:endParaRPr kumimoji="0" lang="en-US" altLang="en-US" sz="600" b="0" i="0" u="none" strike="noStrike" cap="none" normalizeH="0" baseline="0" dirty="0">
              <a:ln>
                <a:noFill/>
              </a:ln>
              <a:solidFill>
                <a:schemeClr val="tx1"/>
              </a:solidFill>
              <a:effectLst/>
              <a:latin typeface="Arial" pitchFamily="34" charset="0"/>
              <a:cs typeface="Arial" pitchFamily="34"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600" b="1" i="0" u="sng" strike="noStrike" cap="none" normalizeH="0" baseline="0" dirty="0">
                <a:ln>
                  <a:noFill/>
                </a:ln>
                <a:solidFill>
                  <a:srgbClr val="000000"/>
                </a:solidFill>
                <a:effectLst/>
                <a:latin typeface="Arial Black" pitchFamily="34" charset="0"/>
                <a:ea typeface="Calibri" pitchFamily="34" charset="0"/>
                <a:cs typeface="Times New Roman" pitchFamily="18" charset="0"/>
              </a:rPr>
              <a:t>Department Of </a:t>
            </a:r>
            <a:r>
              <a:rPr kumimoji="0" lang="en-US" altLang="en-US" sz="1600" b="1" i="0" u="sng" strike="noStrike" cap="none" normalizeH="0" baseline="0" dirty="0" err="1">
                <a:ln>
                  <a:noFill/>
                </a:ln>
                <a:solidFill>
                  <a:srgbClr val="000000"/>
                </a:solidFill>
                <a:effectLst/>
                <a:latin typeface="Arial Black" pitchFamily="34" charset="0"/>
                <a:ea typeface="Calibri" pitchFamily="34" charset="0"/>
                <a:cs typeface="Times New Roman" pitchFamily="18" charset="0"/>
              </a:rPr>
              <a:t>Airtificial</a:t>
            </a:r>
            <a:r>
              <a:rPr kumimoji="0" lang="en-US" altLang="en-US" sz="1600" b="1" i="0" u="sng" strike="noStrike" cap="none" normalizeH="0" baseline="0" dirty="0">
                <a:ln>
                  <a:noFill/>
                </a:ln>
                <a:solidFill>
                  <a:srgbClr val="000000"/>
                </a:solidFill>
                <a:effectLst/>
                <a:latin typeface="Arial Black" pitchFamily="34" charset="0"/>
                <a:ea typeface="Calibri" pitchFamily="34" charset="0"/>
                <a:cs typeface="Times New Roman" pitchFamily="18" charset="0"/>
              </a:rPr>
              <a:t> Intelligence &amp; Data science Engineering</a:t>
            </a:r>
            <a:endParaRPr kumimoji="0" lang="en-US" altLang="en-US" sz="1400" b="0" i="0" u="none" strike="noStrike" cap="none" normalizeH="0" baseline="0" dirty="0">
              <a:ln>
                <a:noFill/>
              </a:ln>
              <a:solidFill>
                <a:schemeClr val="tx1"/>
              </a:solidFill>
              <a:effectLst/>
              <a:latin typeface="Arial" pitchFamily="34" charset="0"/>
              <a:cs typeface="Arial" pitchFamily="34" charset="0"/>
            </a:endParaRPr>
          </a:p>
        </p:txBody>
      </p:sp>
      <p:sp>
        <p:nvSpPr>
          <p:cNvPr id="7" name="TextBox 6"/>
          <p:cNvSpPr txBox="1"/>
          <p:nvPr/>
        </p:nvSpPr>
        <p:spPr>
          <a:xfrm>
            <a:off x="6096" y="1393833"/>
            <a:ext cx="12795504" cy="400110"/>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en-US" sz="2000" dirty="0">
                <a:latin typeface="Algerian" panose="04020705040A02060702" pitchFamily="82" charset="0"/>
              </a:rPr>
              <a:t>Stress Detection &amp; Relaxation System</a:t>
            </a:r>
          </a:p>
        </p:txBody>
      </p:sp>
      <p:sp>
        <p:nvSpPr>
          <p:cNvPr id="8" name="TextBox 7"/>
          <p:cNvSpPr txBox="1"/>
          <p:nvPr/>
        </p:nvSpPr>
        <p:spPr>
          <a:xfrm>
            <a:off x="80168" y="2581275"/>
            <a:ext cx="4093464" cy="2092881"/>
          </a:xfrm>
          <a:prstGeom prst="rect">
            <a:avLst/>
          </a:prstGeom>
          <a:noFill/>
        </p:spPr>
        <p:txBody>
          <a:bodyPr wrap="square" rtlCol="0">
            <a:spAutoFit/>
          </a:bodyPr>
          <a:lstStyle/>
          <a:p>
            <a:r>
              <a:rPr lang="en-US" sz="1300" dirty="0">
                <a:latin typeface="Arial Unicode MS" panose="020B0604020202020204" pitchFamily="34" charset="-128"/>
                <a:ea typeface="Arial Unicode MS" panose="020B0604020202020204" pitchFamily="34" charset="-128"/>
                <a:cs typeface="Arial Unicode MS" panose="020B0604020202020204" pitchFamily="34" charset="-128"/>
              </a:rPr>
              <a:t>The Stress detection system is the base technology behind stress relaxation. This system can monitor as well as gives suggestion/instructions on the basis of pulse rate conditions of </a:t>
            </a:r>
            <a:r>
              <a:rPr lang="en-US" sz="1300" dirty="0"/>
              <a:t>user. For those who don’t understand the values of pulse rates we can place </a:t>
            </a:r>
            <a:r>
              <a:rPr lang="en-US" sz="1300" dirty="0" err="1"/>
              <a:t>Led’s</a:t>
            </a:r>
            <a:r>
              <a:rPr lang="en-US" sz="1300" dirty="0"/>
              <a:t> of different colors i.e. red led for hyper pulse rate, for normal it is green, for lower it is blue. Like other wearable devices it does not only show the average rating values but also gives values per </a:t>
            </a:r>
            <a:r>
              <a:rPr lang="en-US" sz="1300" dirty="0" err="1"/>
              <a:t>Milli</a:t>
            </a:r>
            <a:r>
              <a:rPr lang="en-US" sz="1300" dirty="0"/>
              <a:t> second. It is more accurate and more convenient and also more precise</a:t>
            </a:r>
          </a:p>
        </p:txBody>
      </p:sp>
      <p:sp>
        <p:nvSpPr>
          <p:cNvPr id="15" name="TextBox 14"/>
          <p:cNvSpPr txBox="1"/>
          <p:nvPr/>
        </p:nvSpPr>
        <p:spPr>
          <a:xfrm>
            <a:off x="49149" y="4902612"/>
            <a:ext cx="4093464" cy="2508379"/>
          </a:xfrm>
          <a:prstGeom prst="rect">
            <a:avLst/>
          </a:prstGeom>
          <a:noFill/>
        </p:spPr>
        <p:txBody>
          <a:bodyPr wrap="square" rtlCol="0">
            <a:spAutoFit/>
          </a:bodyPr>
          <a:lstStyle/>
          <a:p>
            <a:r>
              <a:rPr lang="en-US" sz="1600" b="1" dirty="0"/>
              <a:t>Real Time Stress Detection  </a:t>
            </a:r>
            <a:r>
              <a:rPr lang="en-US" b="1" dirty="0"/>
              <a:t>                          </a:t>
            </a:r>
            <a:endParaRPr lang="en-US" dirty="0"/>
          </a:p>
          <a:p>
            <a:r>
              <a:rPr lang="en-US" sz="1300" dirty="0"/>
              <a:t>The primary objective of stress detection system is to continuously monitoring the pulse rates so that the user gets best suggestion/instructions on the live condition of user</a:t>
            </a:r>
          </a:p>
          <a:p>
            <a:r>
              <a:rPr lang="en-US" sz="1600" b="1" dirty="0"/>
              <a:t>Simplified Stress Monitoring</a:t>
            </a:r>
          </a:p>
          <a:p>
            <a:r>
              <a:rPr lang="en-US" sz="1300" dirty="0"/>
              <a:t>The another key objective is to make user understand his own stress level without going to Hospital</a:t>
            </a:r>
          </a:p>
          <a:p>
            <a:endParaRPr lang="en-US" sz="1300" dirty="0"/>
          </a:p>
          <a:p>
            <a:endParaRPr lang="en-US" dirty="0"/>
          </a:p>
        </p:txBody>
      </p:sp>
      <p:sp>
        <p:nvSpPr>
          <p:cNvPr id="18" name="Text Box 2"/>
          <p:cNvSpPr txBox="1">
            <a:spLocks noChangeArrowheads="1"/>
          </p:cNvSpPr>
          <p:nvPr/>
        </p:nvSpPr>
        <p:spPr bwMode="auto">
          <a:xfrm>
            <a:off x="67437" y="2139949"/>
            <a:ext cx="3195320" cy="339725"/>
          </a:xfrm>
          <a:prstGeom prst="rect">
            <a:avLst/>
          </a:prstGeom>
          <a:solidFill>
            <a:srgbClr val="C00000"/>
          </a:solidFill>
          <a:ln w="9525">
            <a:solidFill>
              <a:srgbClr val="000000"/>
            </a:solidFill>
            <a:miter lim="800000"/>
            <a:headEnd/>
            <a:tailEnd/>
          </a:ln>
        </p:spPr>
        <p:txBody>
          <a:bodyPr rot="0" vert="horz" wrap="square" lIns="91440" tIns="45720" rIns="91440" bIns="45720" anchor="t" anchorCtr="0">
            <a:noAutofit/>
          </a:bodyPr>
          <a:lstStyle/>
          <a:p>
            <a:pPr marL="0" marR="0">
              <a:lnSpc>
                <a:spcPct val="107000"/>
              </a:lnSpc>
              <a:spcBef>
                <a:spcPts val="0"/>
              </a:spcBef>
              <a:spcAft>
                <a:spcPts val="800"/>
              </a:spcAft>
            </a:pPr>
            <a:r>
              <a:rPr lang="en-US" sz="1600" kern="100">
                <a:solidFill>
                  <a:srgbClr val="FFFFFF"/>
                </a:solidFill>
                <a:effectLst/>
                <a:latin typeface="Calibri"/>
                <a:ea typeface="Calibri"/>
                <a:cs typeface="Times New Roman"/>
              </a:rPr>
              <a:t>Introduction</a:t>
            </a:r>
            <a:endParaRPr lang="en-US" sz="1100" kern="100">
              <a:effectLst/>
              <a:latin typeface="Calibri"/>
              <a:ea typeface="Calibri"/>
              <a:cs typeface="Times New Roman"/>
            </a:endParaRPr>
          </a:p>
        </p:txBody>
      </p:sp>
      <p:sp>
        <p:nvSpPr>
          <p:cNvPr id="19" name="Text Box 2"/>
          <p:cNvSpPr txBox="1">
            <a:spLocks noChangeArrowheads="1"/>
          </p:cNvSpPr>
          <p:nvPr/>
        </p:nvSpPr>
        <p:spPr bwMode="auto">
          <a:xfrm>
            <a:off x="19050" y="4445316"/>
            <a:ext cx="3317875" cy="351155"/>
          </a:xfrm>
          <a:prstGeom prst="rect">
            <a:avLst/>
          </a:prstGeom>
          <a:solidFill>
            <a:srgbClr val="C00000"/>
          </a:solidFill>
          <a:ln w="9525">
            <a:solidFill>
              <a:srgbClr val="000000"/>
            </a:solidFill>
            <a:miter lim="800000"/>
            <a:headEnd/>
            <a:tailEnd/>
          </a:ln>
        </p:spPr>
        <p:txBody>
          <a:bodyPr rot="0" vert="horz" wrap="square" lIns="91440" tIns="45720" rIns="91440" bIns="45720" anchor="t" anchorCtr="0">
            <a:noAutofit/>
          </a:bodyPr>
          <a:lstStyle/>
          <a:p>
            <a:pPr marL="0" marR="0">
              <a:lnSpc>
                <a:spcPct val="107000"/>
              </a:lnSpc>
              <a:spcBef>
                <a:spcPts val="0"/>
              </a:spcBef>
              <a:spcAft>
                <a:spcPts val="800"/>
              </a:spcAft>
            </a:pPr>
            <a:r>
              <a:rPr lang="en-US" sz="1600" kern="100">
                <a:solidFill>
                  <a:srgbClr val="FFFFFF"/>
                </a:solidFill>
                <a:effectLst/>
                <a:latin typeface="Calibri"/>
                <a:ea typeface="Calibri"/>
                <a:cs typeface="Times New Roman"/>
              </a:rPr>
              <a:t>Objective</a:t>
            </a:r>
            <a:endParaRPr lang="en-US" sz="1100" kern="100">
              <a:effectLst/>
              <a:latin typeface="Calibri"/>
              <a:ea typeface="Calibri"/>
              <a:cs typeface="Times New Roman"/>
            </a:endParaRPr>
          </a:p>
          <a:p>
            <a:pPr marL="0" marR="0">
              <a:lnSpc>
                <a:spcPct val="107000"/>
              </a:lnSpc>
              <a:spcBef>
                <a:spcPts val="0"/>
              </a:spcBef>
              <a:spcAft>
                <a:spcPts val="800"/>
              </a:spcAft>
            </a:pPr>
            <a:r>
              <a:rPr lang="en-IN" sz="1800" kern="100">
                <a:effectLst/>
                <a:latin typeface="Calibri"/>
                <a:ea typeface="Calibri"/>
                <a:cs typeface="Times New Roman"/>
              </a:rPr>
              <a:t> </a:t>
            </a:r>
            <a:endParaRPr lang="en-US" sz="1100" kern="100">
              <a:effectLst/>
              <a:latin typeface="Calibri"/>
              <a:ea typeface="Calibri"/>
              <a:cs typeface="Times New Roman"/>
            </a:endParaRPr>
          </a:p>
        </p:txBody>
      </p:sp>
      <p:sp>
        <p:nvSpPr>
          <p:cNvPr id="22" name="Text Box 2"/>
          <p:cNvSpPr txBox="1">
            <a:spLocks noChangeArrowheads="1"/>
          </p:cNvSpPr>
          <p:nvPr/>
        </p:nvSpPr>
        <p:spPr bwMode="auto">
          <a:xfrm>
            <a:off x="67437" y="6865905"/>
            <a:ext cx="3383915" cy="352425"/>
          </a:xfrm>
          <a:prstGeom prst="rect">
            <a:avLst/>
          </a:prstGeom>
          <a:solidFill>
            <a:srgbClr val="C00000"/>
          </a:solidFill>
          <a:ln w="9525">
            <a:solidFill>
              <a:srgbClr val="000000"/>
            </a:solidFill>
            <a:miter lim="800000"/>
            <a:headEnd/>
            <a:tailEnd/>
          </a:ln>
        </p:spPr>
        <p:txBody>
          <a:bodyPr rot="0" vert="horz" wrap="square" lIns="91440" tIns="45720" rIns="91440" bIns="45720" anchor="t" anchorCtr="0">
            <a:noAutofit/>
          </a:bodyPr>
          <a:lstStyle/>
          <a:p>
            <a:pPr marL="0" marR="0">
              <a:lnSpc>
                <a:spcPct val="107000"/>
              </a:lnSpc>
              <a:spcBef>
                <a:spcPts val="0"/>
              </a:spcBef>
              <a:spcAft>
                <a:spcPts val="800"/>
              </a:spcAft>
            </a:pPr>
            <a:r>
              <a:rPr lang="en-US" sz="1600" kern="100">
                <a:solidFill>
                  <a:srgbClr val="FFFFFF"/>
                </a:solidFill>
                <a:effectLst/>
                <a:latin typeface="Calibri"/>
                <a:ea typeface="Calibri"/>
                <a:cs typeface="Times New Roman"/>
              </a:rPr>
              <a:t>Components Required</a:t>
            </a:r>
            <a:endParaRPr lang="en-US" sz="1100" kern="100">
              <a:effectLst/>
              <a:latin typeface="Calibri"/>
              <a:ea typeface="Calibri"/>
              <a:cs typeface="Times New Roman"/>
            </a:endParaRPr>
          </a:p>
        </p:txBody>
      </p:sp>
      <p:pic>
        <p:nvPicPr>
          <p:cNvPr id="2060" name="Picture 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565401" y="7273097"/>
            <a:ext cx="1885951" cy="1011599"/>
          </a:xfrm>
          <a:prstGeom prst="rect">
            <a:avLst/>
          </a:prstGeom>
          <a:noFill/>
          <a:extLst>
            <a:ext uri="{909E8E84-426E-40DD-AFC4-6F175D3DCCD1}">
              <a14:hiddenFill xmlns:a14="http://schemas.microsoft.com/office/drawing/2010/main">
                <a:solidFill>
                  <a:srgbClr val="FFFFFF"/>
                </a:solidFill>
              </a14:hiddenFill>
            </a:ext>
          </a:extLst>
        </p:spPr>
      </p:pic>
      <p:pic>
        <p:nvPicPr>
          <p:cNvPr id="2061" name="Picture 12"/>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2209800" y="8506584"/>
            <a:ext cx="1752600" cy="1025495"/>
          </a:xfrm>
          <a:prstGeom prst="rect">
            <a:avLst/>
          </a:prstGeom>
          <a:noFill/>
          <a:extLst>
            <a:ext uri="{909E8E84-426E-40DD-AFC4-6F175D3DCCD1}">
              <a14:hiddenFill xmlns:a14="http://schemas.microsoft.com/office/drawing/2010/main">
                <a:solidFill>
                  <a:srgbClr val="FFFFFF"/>
                </a:solidFill>
              </a14:hiddenFill>
            </a:ext>
          </a:extLst>
        </p:spPr>
      </p:pic>
      <p:sp>
        <p:nvSpPr>
          <p:cNvPr id="24" name="TextBox 23"/>
          <p:cNvSpPr txBox="1"/>
          <p:nvPr/>
        </p:nvSpPr>
        <p:spPr>
          <a:xfrm>
            <a:off x="96012" y="7315200"/>
            <a:ext cx="2046732" cy="2277547"/>
          </a:xfrm>
          <a:prstGeom prst="rect">
            <a:avLst/>
          </a:prstGeom>
          <a:noFill/>
        </p:spPr>
        <p:txBody>
          <a:bodyPr wrap="square" rtlCol="0">
            <a:spAutoFit/>
          </a:bodyPr>
          <a:lstStyle/>
          <a:p>
            <a:pPr lvl="0" defTabSz="914400" eaLnBrk="0" fontAlgn="base" hangingPunct="0">
              <a:spcBef>
                <a:spcPct val="0"/>
              </a:spcBef>
              <a:spcAft>
                <a:spcPct val="0"/>
              </a:spcAft>
              <a:buFontTx/>
              <a:buChar char="•"/>
            </a:pPr>
            <a:r>
              <a:rPr lang="en-US" altLang="en-US" sz="1300" dirty="0"/>
              <a:t>Arduino UNO</a:t>
            </a:r>
          </a:p>
          <a:p>
            <a:pPr lvl="0" defTabSz="914400" eaLnBrk="0" fontAlgn="base" hangingPunct="0">
              <a:spcBef>
                <a:spcPct val="0"/>
              </a:spcBef>
              <a:spcAft>
                <a:spcPct val="0"/>
              </a:spcAft>
              <a:buFontTx/>
              <a:buChar char="•"/>
            </a:pPr>
            <a:r>
              <a:rPr lang="en-US" altLang="en-US" sz="1300" dirty="0"/>
              <a:t>Pulse Rate Sensor</a:t>
            </a:r>
          </a:p>
          <a:p>
            <a:pPr lvl="0" defTabSz="914400" eaLnBrk="0" fontAlgn="base" hangingPunct="0">
              <a:spcBef>
                <a:spcPct val="0"/>
              </a:spcBef>
              <a:spcAft>
                <a:spcPct val="0"/>
              </a:spcAft>
              <a:buFontTx/>
              <a:buChar char="•"/>
            </a:pPr>
            <a:r>
              <a:rPr lang="en-US" altLang="en-US" sz="1300" dirty="0" err="1"/>
              <a:t>Lcd</a:t>
            </a:r>
            <a:r>
              <a:rPr lang="en-US" altLang="en-US" sz="1300" dirty="0"/>
              <a:t> Display</a:t>
            </a:r>
          </a:p>
          <a:p>
            <a:pPr lvl="0" defTabSz="914400" eaLnBrk="0" fontAlgn="base" hangingPunct="0">
              <a:spcBef>
                <a:spcPct val="0"/>
              </a:spcBef>
              <a:spcAft>
                <a:spcPct val="0"/>
              </a:spcAft>
              <a:buFontTx/>
              <a:buChar char="•"/>
            </a:pPr>
            <a:r>
              <a:rPr lang="en-US" altLang="en-US" sz="1300" dirty="0"/>
              <a:t>I2C </a:t>
            </a:r>
            <a:r>
              <a:rPr lang="en-US" altLang="en-US" sz="1300" dirty="0" err="1"/>
              <a:t>Lcd</a:t>
            </a:r>
            <a:r>
              <a:rPr lang="en-US" altLang="en-US" sz="1300" dirty="0"/>
              <a:t> Module</a:t>
            </a:r>
          </a:p>
          <a:p>
            <a:pPr lvl="0" defTabSz="914400" eaLnBrk="0" fontAlgn="base" hangingPunct="0">
              <a:spcBef>
                <a:spcPct val="0"/>
              </a:spcBef>
              <a:spcAft>
                <a:spcPct val="0"/>
              </a:spcAft>
              <a:buFontTx/>
              <a:buChar char="•"/>
            </a:pPr>
            <a:r>
              <a:rPr lang="en-US" altLang="en-US" sz="1300" dirty="0"/>
              <a:t>Breadboard</a:t>
            </a:r>
          </a:p>
          <a:p>
            <a:pPr lvl="0" defTabSz="914400" eaLnBrk="0" fontAlgn="base" hangingPunct="0">
              <a:spcBef>
                <a:spcPct val="0"/>
              </a:spcBef>
              <a:spcAft>
                <a:spcPct val="0"/>
              </a:spcAft>
              <a:buFontTx/>
              <a:buChar char="•"/>
            </a:pPr>
            <a:r>
              <a:rPr lang="en-US" altLang="en-US" sz="1300" dirty="0"/>
              <a:t>Jumper Cables</a:t>
            </a:r>
          </a:p>
          <a:p>
            <a:pPr lvl="0" defTabSz="914400" eaLnBrk="0" fontAlgn="base" hangingPunct="0">
              <a:spcBef>
                <a:spcPct val="0"/>
              </a:spcBef>
              <a:spcAft>
                <a:spcPct val="0"/>
              </a:spcAft>
              <a:buFontTx/>
              <a:buChar char="•"/>
            </a:pPr>
            <a:r>
              <a:rPr lang="en-US" altLang="en-US" sz="1300" dirty="0" err="1"/>
              <a:t>Led’s</a:t>
            </a:r>
            <a:r>
              <a:rPr lang="en-US" altLang="en-US" sz="1300" dirty="0"/>
              <a:t> of Different </a:t>
            </a:r>
            <a:r>
              <a:rPr lang="en-US" altLang="en-US" sz="1300" dirty="0" err="1"/>
              <a:t>Colours</a:t>
            </a:r>
            <a:endParaRPr lang="en-US" altLang="en-US" sz="1300" dirty="0"/>
          </a:p>
          <a:p>
            <a:pPr lvl="0" defTabSz="914400" eaLnBrk="0" fontAlgn="base" hangingPunct="0">
              <a:spcBef>
                <a:spcPct val="0"/>
              </a:spcBef>
              <a:spcAft>
                <a:spcPct val="0"/>
              </a:spcAft>
              <a:buFontTx/>
              <a:buChar char="•"/>
            </a:pPr>
            <a:r>
              <a:rPr lang="en-US" altLang="en-US" sz="1300" dirty="0"/>
              <a:t>Resistor Of Different Colors</a:t>
            </a:r>
          </a:p>
          <a:p>
            <a:pPr lvl="0" defTabSz="914400" fontAlgn="base">
              <a:spcBef>
                <a:spcPct val="0"/>
              </a:spcBef>
              <a:spcAft>
                <a:spcPct val="0"/>
              </a:spcAft>
              <a:buFontTx/>
              <a:buChar char="•"/>
            </a:pPr>
            <a:endParaRPr lang="en-US" altLang="en-US" sz="1300" dirty="0"/>
          </a:p>
          <a:p>
            <a:pPr lvl="0" defTabSz="914400" fontAlgn="base">
              <a:spcBef>
                <a:spcPct val="0"/>
              </a:spcBef>
              <a:spcAft>
                <a:spcPct val="0"/>
              </a:spcAft>
              <a:buFontTx/>
              <a:buChar char="•"/>
            </a:pPr>
            <a:endParaRPr lang="en-US" altLang="en-US" sz="1200" dirty="0"/>
          </a:p>
        </p:txBody>
      </p:sp>
      <p:sp>
        <p:nvSpPr>
          <p:cNvPr id="29" name="Text Box 2"/>
          <p:cNvSpPr txBox="1">
            <a:spLocks noChangeArrowheads="1"/>
          </p:cNvSpPr>
          <p:nvPr/>
        </p:nvSpPr>
        <p:spPr bwMode="auto">
          <a:xfrm>
            <a:off x="4419600" y="2107564"/>
            <a:ext cx="3110230" cy="372110"/>
          </a:xfrm>
          <a:prstGeom prst="rect">
            <a:avLst/>
          </a:prstGeom>
          <a:solidFill>
            <a:srgbClr val="C00000"/>
          </a:solidFill>
          <a:ln w="9525">
            <a:solidFill>
              <a:srgbClr val="000000"/>
            </a:solidFill>
            <a:miter lim="800000"/>
            <a:headEnd/>
            <a:tailEnd/>
          </a:ln>
        </p:spPr>
        <p:txBody>
          <a:bodyPr rot="0" vert="horz" wrap="square" lIns="91440" tIns="45720" rIns="91440" bIns="45720" anchor="t" anchorCtr="0">
            <a:noAutofit/>
          </a:bodyPr>
          <a:lstStyle/>
          <a:p>
            <a:pPr marL="0" marR="0">
              <a:lnSpc>
                <a:spcPct val="107000"/>
              </a:lnSpc>
              <a:spcBef>
                <a:spcPts val="0"/>
              </a:spcBef>
              <a:spcAft>
                <a:spcPts val="800"/>
              </a:spcAft>
            </a:pPr>
            <a:r>
              <a:rPr lang="en-US" sz="1600" kern="100">
                <a:solidFill>
                  <a:srgbClr val="FFFFFF"/>
                </a:solidFill>
                <a:effectLst/>
                <a:latin typeface="Calibri"/>
                <a:ea typeface="Calibri"/>
                <a:cs typeface="Times New Roman"/>
              </a:rPr>
              <a:t>Circuit Diagram</a:t>
            </a:r>
            <a:endParaRPr lang="en-US" sz="1100" kern="100">
              <a:effectLst/>
              <a:latin typeface="Calibri"/>
              <a:ea typeface="Calibri"/>
              <a:cs typeface="Times New Roman"/>
            </a:endParaRPr>
          </a:p>
          <a:p>
            <a:pPr marL="0" marR="0">
              <a:lnSpc>
                <a:spcPct val="107000"/>
              </a:lnSpc>
              <a:spcBef>
                <a:spcPts val="0"/>
              </a:spcBef>
              <a:spcAft>
                <a:spcPts val="800"/>
              </a:spcAft>
            </a:pPr>
            <a:r>
              <a:rPr lang="en-IN" sz="1800" kern="100">
                <a:effectLst/>
                <a:latin typeface="Calibri"/>
                <a:ea typeface="Calibri"/>
                <a:cs typeface="Times New Roman"/>
              </a:rPr>
              <a:t> </a:t>
            </a:r>
            <a:endParaRPr lang="en-US" sz="1100" kern="100">
              <a:effectLst/>
              <a:latin typeface="Calibri"/>
              <a:ea typeface="Calibri"/>
              <a:cs typeface="Times New Roman"/>
            </a:endParaRPr>
          </a:p>
        </p:txBody>
      </p:sp>
      <p:sp>
        <p:nvSpPr>
          <p:cNvPr id="31" name="Text Box 2"/>
          <p:cNvSpPr txBox="1">
            <a:spLocks noChangeArrowheads="1"/>
          </p:cNvSpPr>
          <p:nvPr/>
        </p:nvSpPr>
        <p:spPr bwMode="auto">
          <a:xfrm>
            <a:off x="4670805" y="5300344"/>
            <a:ext cx="3374390" cy="372110"/>
          </a:xfrm>
          <a:prstGeom prst="rect">
            <a:avLst/>
          </a:prstGeom>
          <a:solidFill>
            <a:srgbClr val="C00000"/>
          </a:solidFill>
          <a:ln w="9525">
            <a:solidFill>
              <a:srgbClr val="000000"/>
            </a:solidFill>
            <a:miter lim="800000"/>
            <a:headEnd/>
            <a:tailEnd/>
          </a:ln>
        </p:spPr>
        <p:txBody>
          <a:bodyPr rot="0" vert="horz" wrap="square" lIns="91440" tIns="45720" rIns="91440" bIns="45720" anchor="t" anchorCtr="0">
            <a:noAutofit/>
          </a:bodyPr>
          <a:lstStyle/>
          <a:p>
            <a:pPr marL="0" marR="0">
              <a:lnSpc>
                <a:spcPct val="107000"/>
              </a:lnSpc>
              <a:spcBef>
                <a:spcPts val="0"/>
              </a:spcBef>
              <a:spcAft>
                <a:spcPts val="800"/>
              </a:spcAft>
            </a:pPr>
            <a:r>
              <a:rPr lang="en-US" sz="1600" kern="100">
                <a:solidFill>
                  <a:srgbClr val="FFFFFF"/>
                </a:solidFill>
                <a:effectLst/>
                <a:latin typeface="Calibri"/>
                <a:ea typeface="Calibri"/>
                <a:cs typeface="Times New Roman"/>
              </a:rPr>
              <a:t>Futuristic Approach</a:t>
            </a:r>
            <a:endParaRPr lang="en-US" sz="1100" kern="100">
              <a:effectLst/>
              <a:latin typeface="Calibri"/>
              <a:ea typeface="Calibri"/>
              <a:cs typeface="Times New Roman"/>
            </a:endParaRPr>
          </a:p>
          <a:p>
            <a:pPr marL="0" marR="0" algn="just">
              <a:lnSpc>
                <a:spcPct val="107000"/>
              </a:lnSpc>
              <a:spcBef>
                <a:spcPts val="0"/>
              </a:spcBef>
              <a:spcAft>
                <a:spcPts val="800"/>
              </a:spcAft>
            </a:pPr>
            <a:r>
              <a:rPr lang="en-US" sz="1800" kern="100">
                <a:solidFill>
                  <a:srgbClr val="FFFFFF"/>
                </a:solidFill>
                <a:effectLst/>
                <a:latin typeface="Calibri"/>
                <a:ea typeface="Calibri"/>
                <a:cs typeface="Times New Roman"/>
              </a:rPr>
              <a:t> </a:t>
            </a:r>
            <a:endParaRPr lang="en-US" sz="1100" kern="100">
              <a:effectLst/>
              <a:latin typeface="Calibri"/>
              <a:ea typeface="Calibri"/>
              <a:cs typeface="Times New Roman"/>
            </a:endParaRPr>
          </a:p>
          <a:p>
            <a:pPr marL="0" marR="0">
              <a:lnSpc>
                <a:spcPct val="107000"/>
              </a:lnSpc>
              <a:spcBef>
                <a:spcPts val="0"/>
              </a:spcBef>
              <a:spcAft>
                <a:spcPts val="800"/>
              </a:spcAft>
            </a:pPr>
            <a:r>
              <a:rPr lang="en-IN" sz="1800" kern="100">
                <a:effectLst/>
                <a:latin typeface="Calibri"/>
                <a:ea typeface="Calibri"/>
                <a:cs typeface="Times New Roman"/>
              </a:rPr>
              <a:t> </a:t>
            </a:r>
            <a:endParaRPr lang="en-US" sz="1100" kern="100">
              <a:effectLst/>
              <a:latin typeface="Calibri"/>
              <a:ea typeface="Calibri"/>
              <a:cs typeface="Times New Roman"/>
            </a:endParaRPr>
          </a:p>
        </p:txBody>
      </p:sp>
      <p:sp>
        <p:nvSpPr>
          <p:cNvPr id="32" name="Text Box 1"/>
          <p:cNvSpPr txBox="1"/>
          <p:nvPr/>
        </p:nvSpPr>
        <p:spPr>
          <a:xfrm>
            <a:off x="4230020" y="5791200"/>
            <a:ext cx="3966846" cy="3384517"/>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algn="just">
              <a:lnSpc>
                <a:spcPct val="107000"/>
              </a:lnSpc>
              <a:spcBef>
                <a:spcPts val="0"/>
              </a:spcBef>
              <a:spcAft>
                <a:spcPts val="800"/>
              </a:spcAft>
            </a:pPr>
            <a:r>
              <a:rPr lang="en-US" sz="1100" kern="100" dirty="0">
                <a:effectLst/>
                <a:latin typeface="Calibri"/>
                <a:ea typeface="Calibri"/>
                <a:cs typeface="Times New Roman"/>
              </a:rPr>
              <a:t> </a:t>
            </a:r>
          </a:p>
          <a:p>
            <a:pPr marL="342900" marR="0" lvl="0" indent="-342900" algn="just">
              <a:lnSpc>
                <a:spcPct val="107000"/>
              </a:lnSpc>
              <a:spcBef>
                <a:spcPts val="0"/>
              </a:spcBef>
              <a:spcAft>
                <a:spcPts val="800"/>
              </a:spcAft>
              <a:buFont typeface="Wingdings"/>
              <a:buChar char=""/>
            </a:pPr>
            <a:r>
              <a:rPr lang="en-US" sz="1600" b="1" dirty="0"/>
              <a:t>Health Science</a:t>
            </a:r>
          </a:p>
          <a:p>
            <a:pPr marL="34925" marR="0" algn="just">
              <a:lnSpc>
                <a:spcPct val="107000"/>
              </a:lnSpc>
              <a:spcBef>
                <a:spcPts val="0"/>
              </a:spcBef>
              <a:spcAft>
                <a:spcPts val="800"/>
              </a:spcAft>
            </a:pPr>
            <a:r>
              <a:rPr lang="en-IN" sz="1300" dirty="0"/>
              <a:t>By Adding deep learning technology and human behaviour into this model, we could successfully track health records as well as mental well-being</a:t>
            </a:r>
            <a:endParaRPr lang="en-US" sz="1300" dirty="0"/>
          </a:p>
          <a:p>
            <a:pPr marL="342900" indent="-342900" algn="just">
              <a:lnSpc>
                <a:spcPct val="107000"/>
              </a:lnSpc>
              <a:spcAft>
                <a:spcPts val="800"/>
              </a:spcAft>
              <a:buFont typeface="Wingdings"/>
              <a:buChar char=""/>
            </a:pPr>
            <a:r>
              <a:rPr lang="en-US" sz="1600" b="1" dirty="0" err="1"/>
              <a:t>Defence</a:t>
            </a:r>
            <a:r>
              <a:rPr lang="en-US" sz="1600" b="1" dirty="0"/>
              <a:t>  &amp; security</a:t>
            </a:r>
          </a:p>
          <a:p>
            <a:pPr marL="34925" marR="0" algn="just">
              <a:lnSpc>
                <a:spcPct val="107000"/>
              </a:lnSpc>
              <a:spcBef>
                <a:spcPts val="0"/>
              </a:spcBef>
              <a:spcAft>
                <a:spcPts val="800"/>
              </a:spcAft>
            </a:pPr>
            <a:r>
              <a:rPr lang="en-US" sz="1300" dirty="0"/>
              <a:t>We can make Lie Detectors By Combing This Heart rate Monitoring and facial </a:t>
            </a:r>
            <a:r>
              <a:rPr lang="en-US" sz="1300" dirty="0" err="1"/>
              <a:t>Behaviour</a:t>
            </a:r>
            <a:r>
              <a:rPr lang="en-US" sz="1200" kern="100" dirty="0">
                <a:effectLst/>
                <a:latin typeface="Calibri"/>
                <a:ea typeface="Calibri"/>
                <a:cs typeface="Times New Roman"/>
              </a:rPr>
              <a:t>.</a:t>
            </a:r>
            <a:endParaRPr lang="en-US" sz="1100" kern="100" dirty="0">
              <a:effectLst/>
              <a:latin typeface="Calibri"/>
              <a:ea typeface="Calibri"/>
              <a:cs typeface="Times New Roman"/>
            </a:endParaRPr>
          </a:p>
          <a:p>
            <a:pPr marL="342900" marR="0" lvl="0" indent="-342900" algn="just">
              <a:lnSpc>
                <a:spcPct val="107000"/>
              </a:lnSpc>
              <a:spcBef>
                <a:spcPts val="0"/>
              </a:spcBef>
              <a:spcAft>
                <a:spcPts val="800"/>
              </a:spcAft>
              <a:buFont typeface="Wingdings"/>
              <a:buChar char=""/>
            </a:pPr>
            <a:r>
              <a:rPr lang="en-US" sz="1600" b="1" dirty="0"/>
              <a:t>Veterinary science</a:t>
            </a:r>
          </a:p>
          <a:p>
            <a:pPr marL="34925" marR="0" algn="just">
              <a:lnSpc>
                <a:spcPct val="107000"/>
              </a:lnSpc>
              <a:spcBef>
                <a:spcPts val="0"/>
              </a:spcBef>
              <a:spcAft>
                <a:spcPts val="800"/>
              </a:spcAft>
            </a:pPr>
            <a:r>
              <a:rPr lang="en-US" sz="1300" dirty="0"/>
              <a:t>By studying animal behavior with different heart rates and observing</a:t>
            </a:r>
          </a:p>
          <a:p>
            <a:pPr marL="34925" marR="0" algn="just">
              <a:lnSpc>
                <a:spcPct val="107000"/>
              </a:lnSpc>
              <a:spcBef>
                <a:spcPts val="0"/>
              </a:spcBef>
              <a:spcAft>
                <a:spcPts val="800"/>
              </a:spcAft>
            </a:pPr>
            <a:r>
              <a:rPr lang="en-US" sz="1300" dirty="0"/>
              <a:t>the emotion pattern we can achieve great success in veterinary sciences</a:t>
            </a:r>
          </a:p>
          <a:p>
            <a:pPr marL="0" marR="0" algn="just">
              <a:lnSpc>
                <a:spcPct val="107000"/>
              </a:lnSpc>
              <a:spcBef>
                <a:spcPts val="0"/>
              </a:spcBef>
              <a:spcAft>
                <a:spcPts val="800"/>
              </a:spcAft>
            </a:pPr>
            <a:r>
              <a:rPr lang="en-US" sz="1100" kern="100" dirty="0">
                <a:effectLst/>
                <a:latin typeface="Calibri"/>
                <a:ea typeface="Calibri"/>
                <a:cs typeface="Times New Roman"/>
              </a:rPr>
              <a:t> </a:t>
            </a:r>
          </a:p>
          <a:p>
            <a:pPr marL="0" marR="0" algn="just">
              <a:lnSpc>
                <a:spcPct val="107000"/>
              </a:lnSpc>
              <a:spcBef>
                <a:spcPts val="0"/>
              </a:spcBef>
              <a:spcAft>
                <a:spcPts val="800"/>
              </a:spcAft>
            </a:pPr>
            <a:r>
              <a:rPr lang="en-US" sz="1100" kern="100" dirty="0">
                <a:effectLst/>
                <a:latin typeface="Calibri"/>
                <a:ea typeface="Calibri"/>
                <a:cs typeface="Times New Roman"/>
              </a:rPr>
              <a:t> </a:t>
            </a:r>
          </a:p>
          <a:p>
            <a:pPr marL="0" marR="0" algn="just">
              <a:lnSpc>
                <a:spcPct val="107000"/>
              </a:lnSpc>
              <a:spcBef>
                <a:spcPts val="0"/>
              </a:spcBef>
              <a:spcAft>
                <a:spcPts val="800"/>
              </a:spcAft>
            </a:pPr>
            <a:r>
              <a:rPr lang="en-US" sz="1100" kern="100" dirty="0">
                <a:effectLst/>
                <a:latin typeface="Calibri"/>
                <a:ea typeface="Calibri"/>
                <a:cs typeface="Times New Roman"/>
              </a:rPr>
              <a:t> </a:t>
            </a:r>
          </a:p>
          <a:p>
            <a:pPr marL="0" marR="0" algn="just">
              <a:lnSpc>
                <a:spcPct val="107000"/>
              </a:lnSpc>
              <a:spcBef>
                <a:spcPts val="0"/>
              </a:spcBef>
              <a:spcAft>
                <a:spcPts val="800"/>
              </a:spcAft>
            </a:pPr>
            <a:r>
              <a:rPr lang="en-US" sz="1100" kern="100" dirty="0">
                <a:effectLst/>
                <a:latin typeface="Calibri"/>
                <a:ea typeface="Calibri"/>
                <a:cs typeface="Times New Roman"/>
              </a:rPr>
              <a:t> </a:t>
            </a:r>
          </a:p>
          <a:p>
            <a:pPr marL="0" marR="0" algn="just">
              <a:lnSpc>
                <a:spcPct val="107000"/>
              </a:lnSpc>
              <a:spcBef>
                <a:spcPts val="0"/>
              </a:spcBef>
              <a:spcAft>
                <a:spcPts val="800"/>
              </a:spcAft>
            </a:pPr>
            <a:r>
              <a:rPr lang="en-US" sz="1100" kern="100" dirty="0">
                <a:effectLst/>
                <a:latin typeface="Calibri"/>
                <a:ea typeface="Calibri"/>
                <a:cs typeface="Times New Roman"/>
              </a:rPr>
              <a:t> </a:t>
            </a:r>
          </a:p>
        </p:txBody>
      </p:sp>
      <p:sp>
        <p:nvSpPr>
          <p:cNvPr id="33" name="Text Box 2"/>
          <p:cNvSpPr txBox="1">
            <a:spLocks noChangeArrowheads="1"/>
          </p:cNvSpPr>
          <p:nvPr/>
        </p:nvSpPr>
        <p:spPr bwMode="auto">
          <a:xfrm>
            <a:off x="8686800" y="2107563"/>
            <a:ext cx="3167380" cy="361315"/>
          </a:xfrm>
          <a:prstGeom prst="rect">
            <a:avLst/>
          </a:prstGeom>
          <a:solidFill>
            <a:srgbClr val="C00000"/>
          </a:solidFill>
          <a:ln w="9525">
            <a:solidFill>
              <a:srgbClr val="000000"/>
            </a:solidFill>
            <a:miter lim="800000"/>
            <a:headEnd/>
            <a:tailEnd/>
          </a:ln>
        </p:spPr>
        <p:txBody>
          <a:bodyPr rot="0" vert="horz" wrap="square" lIns="91440" tIns="45720" rIns="91440" bIns="45720" anchor="t" anchorCtr="0">
            <a:noAutofit/>
          </a:bodyPr>
          <a:lstStyle/>
          <a:p>
            <a:pPr marL="0" marR="0">
              <a:lnSpc>
                <a:spcPct val="107000"/>
              </a:lnSpc>
              <a:spcBef>
                <a:spcPts val="0"/>
              </a:spcBef>
              <a:spcAft>
                <a:spcPts val="800"/>
              </a:spcAft>
            </a:pPr>
            <a:r>
              <a:rPr lang="en-US" sz="1600" kern="100" dirty="0">
                <a:solidFill>
                  <a:srgbClr val="FFFFFF"/>
                </a:solidFill>
                <a:effectLst/>
                <a:latin typeface="Calibri"/>
                <a:ea typeface="Calibri"/>
                <a:cs typeface="Times New Roman"/>
              </a:rPr>
              <a:t>Applications</a:t>
            </a:r>
            <a:endParaRPr lang="en-US" sz="1100" kern="100" dirty="0">
              <a:effectLst/>
              <a:latin typeface="Calibri"/>
              <a:ea typeface="Calibri"/>
              <a:cs typeface="Times New Roman"/>
            </a:endParaRPr>
          </a:p>
          <a:p>
            <a:pPr marL="0" marR="0" algn="just">
              <a:lnSpc>
                <a:spcPct val="107000"/>
              </a:lnSpc>
              <a:spcBef>
                <a:spcPts val="0"/>
              </a:spcBef>
              <a:spcAft>
                <a:spcPts val="800"/>
              </a:spcAft>
            </a:pPr>
            <a:r>
              <a:rPr lang="en-US" sz="1800" kern="100" dirty="0">
                <a:solidFill>
                  <a:srgbClr val="FFFFFF"/>
                </a:solidFill>
                <a:effectLst/>
                <a:latin typeface="Calibri"/>
                <a:ea typeface="Calibri"/>
                <a:cs typeface="Times New Roman"/>
              </a:rPr>
              <a:t> </a:t>
            </a:r>
            <a:endParaRPr lang="en-US" sz="1100" kern="100" dirty="0">
              <a:effectLst/>
              <a:latin typeface="Calibri"/>
              <a:ea typeface="Calibri"/>
              <a:cs typeface="Times New Roman"/>
            </a:endParaRPr>
          </a:p>
          <a:p>
            <a:pPr marL="0" marR="0">
              <a:lnSpc>
                <a:spcPct val="107000"/>
              </a:lnSpc>
              <a:spcBef>
                <a:spcPts val="0"/>
              </a:spcBef>
              <a:spcAft>
                <a:spcPts val="800"/>
              </a:spcAft>
            </a:pPr>
            <a:r>
              <a:rPr lang="en-IN" sz="1800" kern="100" dirty="0">
                <a:effectLst/>
                <a:latin typeface="Calibri"/>
                <a:ea typeface="Calibri"/>
                <a:cs typeface="Times New Roman"/>
              </a:rPr>
              <a:t> </a:t>
            </a:r>
            <a:endParaRPr lang="en-US" sz="1100" kern="100" dirty="0">
              <a:effectLst/>
              <a:latin typeface="Calibri"/>
              <a:ea typeface="Calibri"/>
              <a:cs typeface="Times New Roman"/>
            </a:endParaRPr>
          </a:p>
        </p:txBody>
      </p:sp>
      <p:sp>
        <p:nvSpPr>
          <p:cNvPr id="25" name="TextBox 24"/>
          <p:cNvSpPr txBox="1"/>
          <p:nvPr/>
        </p:nvSpPr>
        <p:spPr>
          <a:xfrm>
            <a:off x="8686800" y="2699863"/>
            <a:ext cx="3511296" cy="1677382"/>
          </a:xfrm>
          <a:prstGeom prst="rect">
            <a:avLst/>
          </a:prstGeom>
          <a:noFill/>
        </p:spPr>
        <p:txBody>
          <a:bodyPr wrap="square" rtlCol="0">
            <a:spAutoFit/>
          </a:bodyPr>
          <a:lstStyle/>
          <a:p>
            <a:pPr marL="171450" lvl="0" indent="-171450">
              <a:buFont typeface="Wingdings" panose="05000000000000000000" pitchFamily="2" charset="2"/>
              <a:buChar char="§"/>
            </a:pPr>
            <a:r>
              <a:rPr lang="en-US" sz="1300" dirty="0"/>
              <a:t>Many Wearable devices cannot measure real time values of heart rate but using this model this is possible</a:t>
            </a:r>
          </a:p>
          <a:p>
            <a:pPr marL="171450" lvl="0" indent="-171450">
              <a:buFont typeface="Wingdings" panose="05000000000000000000" pitchFamily="2" charset="2"/>
              <a:buChar char="§"/>
            </a:pPr>
            <a:r>
              <a:rPr lang="en-US" sz="1300" dirty="0"/>
              <a:t>Nowadays heart strokes became not only common but also unnoticeable, but using this model it can be acquired</a:t>
            </a:r>
          </a:p>
          <a:p>
            <a:endParaRPr lang="en-US" dirty="0"/>
          </a:p>
        </p:txBody>
      </p:sp>
      <p:sp>
        <p:nvSpPr>
          <p:cNvPr id="35" name="Text Box 2"/>
          <p:cNvSpPr txBox="1">
            <a:spLocks noChangeArrowheads="1"/>
          </p:cNvSpPr>
          <p:nvPr/>
        </p:nvSpPr>
        <p:spPr bwMode="auto">
          <a:xfrm>
            <a:off x="8639810" y="4399685"/>
            <a:ext cx="3261360" cy="372110"/>
          </a:xfrm>
          <a:prstGeom prst="rect">
            <a:avLst/>
          </a:prstGeom>
          <a:solidFill>
            <a:srgbClr val="C00000"/>
          </a:solidFill>
          <a:ln w="9525">
            <a:solidFill>
              <a:srgbClr val="000000"/>
            </a:solidFill>
            <a:miter lim="800000"/>
            <a:headEnd/>
            <a:tailEnd/>
          </a:ln>
        </p:spPr>
        <p:txBody>
          <a:bodyPr rot="0" vert="horz" wrap="square" lIns="91440" tIns="45720" rIns="91440" bIns="45720" anchor="t" anchorCtr="0">
            <a:noAutofit/>
          </a:bodyPr>
          <a:lstStyle/>
          <a:p>
            <a:pPr marL="0" marR="0">
              <a:lnSpc>
                <a:spcPct val="107000"/>
              </a:lnSpc>
              <a:spcBef>
                <a:spcPts val="0"/>
              </a:spcBef>
              <a:spcAft>
                <a:spcPts val="800"/>
              </a:spcAft>
            </a:pPr>
            <a:r>
              <a:rPr lang="en-US" sz="1600" kern="100">
                <a:solidFill>
                  <a:srgbClr val="FFFFFF"/>
                </a:solidFill>
                <a:effectLst/>
                <a:latin typeface="Calibri"/>
                <a:ea typeface="Calibri"/>
                <a:cs typeface="Times New Roman"/>
              </a:rPr>
              <a:t>Conclusion</a:t>
            </a:r>
            <a:endParaRPr lang="en-US" sz="1100" kern="100">
              <a:effectLst/>
              <a:latin typeface="Calibri"/>
              <a:ea typeface="Calibri"/>
              <a:cs typeface="Times New Roman"/>
            </a:endParaRPr>
          </a:p>
          <a:p>
            <a:pPr marL="0" marR="0" algn="just">
              <a:lnSpc>
                <a:spcPct val="107000"/>
              </a:lnSpc>
              <a:spcBef>
                <a:spcPts val="0"/>
              </a:spcBef>
              <a:spcAft>
                <a:spcPts val="800"/>
              </a:spcAft>
            </a:pPr>
            <a:r>
              <a:rPr lang="en-US" sz="1800" kern="100">
                <a:solidFill>
                  <a:srgbClr val="FFFFFF"/>
                </a:solidFill>
                <a:effectLst/>
                <a:latin typeface="Calibri"/>
                <a:ea typeface="Calibri"/>
                <a:cs typeface="Times New Roman"/>
              </a:rPr>
              <a:t> </a:t>
            </a:r>
            <a:endParaRPr lang="en-US" sz="1100" kern="100">
              <a:effectLst/>
              <a:latin typeface="Calibri"/>
              <a:ea typeface="Calibri"/>
              <a:cs typeface="Times New Roman"/>
            </a:endParaRPr>
          </a:p>
          <a:p>
            <a:pPr marL="0" marR="0">
              <a:lnSpc>
                <a:spcPct val="107000"/>
              </a:lnSpc>
              <a:spcBef>
                <a:spcPts val="0"/>
              </a:spcBef>
              <a:spcAft>
                <a:spcPts val="800"/>
              </a:spcAft>
            </a:pPr>
            <a:r>
              <a:rPr lang="en-IN" sz="1800" kern="100">
                <a:effectLst/>
                <a:latin typeface="Calibri"/>
                <a:ea typeface="Calibri"/>
                <a:cs typeface="Times New Roman"/>
              </a:rPr>
              <a:t> </a:t>
            </a:r>
            <a:endParaRPr lang="en-US" sz="1100" kern="100">
              <a:effectLst/>
              <a:latin typeface="Calibri"/>
              <a:ea typeface="Calibri"/>
              <a:cs typeface="Times New Roman"/>
            </a:endParaRPr>
          </a:p>
        </p:txBody>
      </p:sp>
      <p:sp>
        <p:nvSpPr>
          <p:cNvPr id="36" name="Text Box 10"/>
          <p:cNvSpPr txBox="1"/>
          <p:nvPr/>
        </p:nvSpPr>
        <p:spPr>
          <a:xfrm>
            <a:off x="8501697" y="5182200"/>
            <a:ext cx="4147503" cy="2698115"/>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342900" marR="0" lvl="0" indent="-342900" algn="just">
              <a:lnSpc>
                <a:spcPct val="107000"/>
              </a:lnSpc>
              <a:spcBef>
                <a:spcPts val="0"/>
              </a:spcBef>
              <a:spcAft>
                <a:spcPts val="800"/>
              </a:spcAft>
              <a:buFont typeface="Wingdings"/>
              <a:buChar char=""/>
            </a:pPr>
            <a:r>
              <a:rPr lang="en-US" sz="1600" b="1" dirty="0"/>
              <a:t>Statistic data</a:t>
            </a:r>
          </a:p>
          <a:p>
            <a:pPr marL="0" marR="0" algn="just">
              <a:lnSpc>
                <a:spcPct val="107000"/>
              </a:lnSpc>
              <a:spcBef>
                <a:spcPts val="0"/>
              </a:spcBef>
              <a:spcAft>
                <a:spcPts val="800"/>
              </a:spcAft>
            </a:pPr>
            <a:r>
              <a:rPr lang="en-US" sz="1300" dirty="0"/>
              <a:t>It is statistically proven that this model can measure heart rates more precisely and accurately </a:t>
            </a:r>
          </a:p>
          <a:p>
            <a:pPr marL="342900" marR="0" lvl="0" indent="-342900" algn="just">
              <a:lnSpc>
                <a:spcPct val="107000"/>
              </a:lnSpc>
              <a:spcBef>
                <a:spcPts val="0"/>
              </a:spcBef>
              <a:spcAft>
                <a:spcPts val="800"/>
              </a:spcAft>
              <a:buFont typeface="Wingdings"/>
              <a:buChar char=""/>
            </a:pPr>
            <a:r>
              <a:rPr lang="en-US" sz="1600" b="1" dirty="0"/>
              <a:t>Multipurpose Model</a:t>
            </a:r>
          </a:p>
          <a:p>
            <a:pPr marL="0" marR="0">
              <a:lnSpc>
                <a:spcPct val="107000"/>
              </a:lnSpc>
              <a:spcBef>
                <a:spcPts val="0"/>
              </a:spcBef>
              <a:spcAft>
                <a:spcPts val="800"/>
              </a:spcAft>
            </a:pPr>
            <a:r>
              <a:rPr lang="en-US" sz="1300" dirty="0"/>
              <a:t>With using a single base technology we can modify it into many applicable devices</a:t>
            </a:r>
          </a:p>
          <a:p>
            <a:pPr marL="342900" marR="0" lvl="0" indent="-342900" algn="just">
              <a:lnSpc>
                <a:spcPct val="107000"/>
              </a:lnSpc>
              <a:spcBef>
                <a:spcPts val="0"/>
              </a:spcBef>
              <a:spcAft>
                <a:spcPts val="800"/>
              </a:spcAft>
              <a:buFont typeface="Wingdings"/>
              <a:buChar char=""/>
            </a:pPr>
            <a:r>
              <a:rPr lang="en-US" sz="1600" b="1" dirty="0"/>
              <a:t>Imperative Technology</a:t>
            </a:r>
          </a:p>
          <a:p>
            <a:pPr marL="228600" marR="0" algn="just">
              <a:lnSpc>
                <a:spcPct val="107000"/>
              </a:lnSpc>
              <a:spcBef>
                <a:spcPts val="0"/>
              </a:spcBef>
              <a:spcAft>
                <a:spcPts val="800"/>
              </a:spcAft>
            </a:pPr>
            <a:r>
              <a:rPr lang="en-US" sz="1300" dirty="0"/>
              <a:t>By considering the rate of advancement it became essential to monitor stress levels and finding appropriate solutions</a:t>
            </a:r>
            <a:r>
              <a:rPr lang="en-US" sz="1200" kern="100" dirty="0">
                <a:effectLst/>
                <a:latin typeface="Calibri"/>
                <a:ea typeface="Calibri"/>
                <a:cs typeface="Times New Roman"/>
              </a:rPr>
              <a:t>.</a:t>
            </a:r>
            <a:endParaRPr lang="en-US" sz="1100" kern="100" dirty="0">
              <a:effectLst/>
              <a:latin typeface="Calibri"/>
              <a:ea typeface="Calibri"/>
              <a:cs typeface="Times New Roman"/>
            </a:endParaRPr>
          </a:p>
          <a:p>
            <a:pPr marL="0" marR="0">
              <a:lnSpc>
                <a:spcPct val="107000"/>
              </a:lnSpc>
              <a:spcBef>
                <a:spcPts val="0"/>
              </a:spcBef>
              <a:spcAft>
                <a:spcPts val="800"/>
              </a:spcAft>
            </a:pPr>
            <a:r>
              <a:rPr lang="en-IN" sz="1100" kern="100" dirty="0">
                <a:effectLst/>
                <a:latin typeface="Calibri"/>
                <a:ea typeface="Calibri"/>
                <a:cs typeface="Times New Roman"/>
              </a:rPr>
              <a:t> </a:t>
            </a:r>
            <a:endParaRPr lang="en-US" sz="1100" kern="100" dirty="0">
              <a:effectLst/>
              <a:latin typeface="Calibri"/>
              <a:ea typeface="Calibri"/>
              <a:cs typeface="Times New Roman"/>
            </a:endParaRPr>
          </a:p>
        </p:txBody>
      </p:sp>
      <p:sp>
        <p:nvSpPr>
          <p:cNvPr id="37" name="Text Box 10"/>
          <p:cNvSpPr txBox="1"/>
          <p:nvPr/>
        </p:nvSpPr>
        <p:spPr>
          <a:xfrm>
            <a:off x="8253889" y="8153400"/>
            <a:ext cx="2185512" cy="1375650"/>
          </a:xfrm>
          <a:prstGeom prst="rect">
            <a:avLst/>
          </a:prstGeom>
          <a:solidFill>
            <a:schemeClr val="lt1"/>
          </a:solidFill>
          <a:ln w="6350">
            <a:solidFill>
              <a:prstClr val="black"/>
            </a:solid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a:lnSpc>
                <a:spcPct val="107000"/>
              </a:lnSpc>
              <a:spcBef>
                <a:spcPts val="0"/>
              </a:spcBef>
              <a:spcAft>
                <a:spcPts val="800"/>
              </a:spcAft>
            </a:pPr>
            <a:r>
              <a:rPr lang="en-US" sz="1100" kern="100">
                <a:effectLst/>
                <a:latin typeface="Calibri"/>
                <a:ea typeface="Calibri"/>
                <a:cs typeface="Times New Roman"/>
              </a:rPr>
              <a:t>Name of students</a:t>
            </a:r>
          </a:p>
          <a:p>
            <a:pPr marL="0" marR="0">
              <a:lnSpc>
                <a:spcPct val="107000"/>
              </a:lnSpc>
              <a:spcBef>
                <a:spcPts val="0"/>
              </a:spcBef>
              <a:spcAft>
                <a:spcPts val="800"/>
              </a:spcAft>
            </a:pPr>
            <a:r>
              <a:rPr lang="en-US" sz="1400" b="1" kern="100">
                <a:solidFill>
                  <a:srgbClr val="000000"/>
                </a:solidFill>
                <a:effectLst/>
                <a:latin typeface="Calibri"/>
                <a:ea typeface="Calibri"/>
                <a:cs typeface="Times New Roman"/>
              </a:rPr>
              <a:t>Vaishnavi Ganesh Kirve</a:t>
            </a:r>
            <a:endParaRPr lang="en-US" sz="1100" kern="100">
              <a:effectLst/>
              <a:latin typeface="Calibri"/>
              <a:ea typeface="Calibri"/>
              <a:cs typeface="Times New Roman"/>
            </a:endParaRPr>
          </a:p>
          <a:p>
            <a:pPr marL="0" marR="0">
              <a:lnSpc>
                <a:spcPct val="107000"/>
              </a:lnSpc>
              <a:spcBef>
                <a:spcPts val="0"/>
              </a:spcBef>
              <a:spcAft>
                <a:spcPts val="800"/>
              </a:spcAft>
            </a:pPr>
            <a:r>
              <a:rPr lang="en-US" sz="1400" b="1" kern="100">
                <a:solidFill>
                  <a:srgbClr val="000000"/>
                </a:solidFill>
                <a:effectLst/>
                <a:latin typeface="Calibri"/>
                <a:ea typeface="Calibri"/>
                <a:cs typeface="Times New Roman"/>
              </a:rPr>
              <a:t>Siddhi Anil Jadhav</a:t>
            </a:r>
            <a:endParaRPr lang="en-US" sz="1100" kern="100">
              <a:effectLst/>
              <a:latin typeface="Calibri"/>
              <a:ea typeface="Calibri"/>
              <a:cs typeface="Times New Roman"/>
            </a:endParaRPr>
          </a:p>
          <a:p>
            <a:pPr marL="0" marR="0">
              <a:lnSpc>
                <a:spcPct val="107000"/>
              </a:lnSpc>
              <a:spcBef>
                <a:spcPts val="0"/>
              </a:spcBef>
              <a:spcAft>
                <a:spcPts val="800"/>
              </a:spcAft>
            </a:pPr>
            <a:r>
              <a:rPr lang="en-US" sz="1400" b="1" kern="100">
                <a:solidFill>
                  <a:srgbClr val="000000"/>
                </a:solidFill>
                <a:effectLst/>
                <a:latin typeface="Calibri"/>
                <a:ea typeface="Calibri"/>
                <a:cs typeface="Times New Roman"/>
              </a:rPr>
              <a:t>Shreya Sanjay Bhoite</a:t>
            </a:r>
            <a:endParaRPr lang="en-US" sz="1100" kern="100">
              <a:effectLst/>
              <a:latin typeface="Calibri"/>
              <a:ea typeface="Calibri"/>
              <a:cs typeface="Times New Roman"/>
            </a:endParaRPr>
          </a:p>
        </p:txBody>
      </p:sp>
      <p:sp>
        <p:nvSpPr>
          <p:cNvPr id="38" name="Text Box 11"/>
          <p:cNvSpPr txBox="1"/>
          <p:nvPr/>
        </p:nvSpPr>
        <p:spPr>
          <a:xfrm>
            <a:off x="10571003" y="8153399"/>
            <a:ext cx="2008093" cy="1366271"/>
          </a:xfrm>
          <a:prstGeom prst="rect">
            <a:avLst/>
          </a:prstGeom>
          <a:solidFill>
            <a:schemeClr val="lt1"/>
          </a:solidFill>
          <a:ln w="6350">
            <a:solidFill>
              <a:prstClr val="black"/>
            </a:solid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a:lnSpc>
                <a:spcPct val="107000"/>
              </a:lnSpc>
              <a:spcBef>
                <a:spcPts val="0"/>
              </a:spcBef>
              <a:spcAft>
                <a:spcPts val="800"/>
              </a:spcAft>
            </a:pPr>
            <a:r>
              <a:rPr lang="en-US" sz="1100" kern="100" dirty="0">
                <a:effectLst/>
                <a:latin typeface="Calibri"/>
                <a:ea typeface="Calibri"/>
                <a:cs typeface="Times New Roman"/>
              </a:rPr>
              <a:t>Reference</a:t>
            </a:r>
          </a:p>
          <a:p>
            <a:pPr marL="0" marR="0">
              <a:lnSpc>
                <a:spcPct val="107000"/>
              </a:lnSpc>
              <a:spcBef>
                <a:spcPts val="0"/>
              </a:spcBef>
              <a:spcAft>
                <a:spcPts val="800"/>
              </a:spcAft>
            </a:pPr>
            <a:r>
              <a:rPr lang="en-US" sz="1100" u="sng" kern="100" dirty="0">
                <a:solidFill>
                  <a:srgbClr val="5F5F5F"/>
                </a:solidFill>
                <a:effectLst/>
                <a:latin typeface="Calibri"/>
                <a:ea typeface="Calibri"/>
                <a:cs typeface="Times New Roman"/>
                <a:hlinkClick r:id="rId9"/>
              </a:rPr>
              <a:t>https://en.wikipedia.org/wiki/Heart_rate_monitor</a:t>
            </a:r>
            <a:endParaRPr lang="en-US" sz="1100" kern="100" dirty="0">
              <a:effectLst/>
              <a:latin typeface="Calibri"/>
              <a:ea typeface="Calibri"/>
              <a:cs typeface="Times New Roman"/>
            </a:endParaRPr>
          </a:p>
          <a:p>
            <a:pPr marL="0" marR="0">
              <a:lnSpc>
                <a:spcPct val="107000"/>
              </a:lnSpc>
              <a:spcBef>
                <a:spcPts val="0"/>
              </a:spcBef>
              <a:spcAft>
                <a:spcPts val="800"/>
              </a:spcAft>
            </a:pPr>
            <a:r>
              <a:rPr lang="en-US" sz="1100" kern="100" dirty="0">
                <a:effectLst/>
                <a:latin typeface="Calibri"/>
                <a:ea typeface="Calibri"/>
                <a:cs typeface="Times New Roman"/>
              </a:rPr>
              <a:t>https://www.arduino.cc/</a:t>
            </a:r>
          </a:p>
          <a:p>
            <a:pPr marL="0" marR="0">
              <a:lnSpc>
                <a:spcPct val="107000"/>
              </a:lnSpc>
              <a:spcBef>
                <a:spcPts val="0"/>
              </a:spcBef>
              <a:spcAft>
                <a:spcPts val="800"/>
              </a:spcAft>
            </a:pPr>
            <a:r>
              <a:rPr lang="en-US" sz="1100" kern="100" dirty="0">
                <a:effectLst/>
                <a:latin typeface="Calibri"/>
                <a:ea typeface="Calibri"/>
                <a:cs typeface="Times New Roman"/>
              </a:rPr>
              <a:t> </a:t>
            </a:r>
          </a:p>
        </p:txBody>
      </p:sp>
      <p:pic>
        <p:nvPicPr>
          <p:cNvPr id="2" name="Picture 1">
            <a:extLst>
              <a:ext uri="{FF2B5EF4-FFF2-40B4-BE49-F238E27FC236}">
                <a16:creationId xmlns:a16="http://schemas.microsoft.com/office/drawing/2014/main" id="{53783D5A-4CDC-BA2F-0F2B-567A99CE506D}"/>
              </a:ext>
            </a:extLst>
          </p:cNvPr>
          <p:cNvPicPr>
            <a:picLocks noChangeAspect="1"/>
          </p:cNvPicPr>
          <p:nvPr/>
        </p:nvPicPr>
        <p:blipFill>
          <a:blip r:embed="rId10"/>
          <a:stretch>
            <a:fillRect/>
          </a:stretch>
        </p:blipFill>
        <p:spPr>
          <a:xfrm>
            <a:off x="4672982" y="2699863"/>
            <a:ext cx="2942243" cy="2267417"/>
          </a:xfrm>
          <a:prstGeom prst="rect">
            <a:avLst/>
          </a:prstGeom>
        </p:spPr>
      </p:pic>
    </p:spTree>
    <p:extLst>
      <p:ext uri="{BB962C8B-B14F-4D97-AF65-F5344CB8AC3E}">
        <p14:creationId xmlns:p14="http://schemas.microsoft.com/office/powerpoint/2010/main" val="314269502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54</TotalTime>
  <Words>422</Words>
  <Application>Microsoft Office PowerPoint</Application>
  <PresentationFormat>A3 Paper (297x420 mm)</PresentationFormat>
  <Paragraphs>61</Paragraphs>
  <Slides>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vt:i4>
      </vt:variant>
    </vt:vector>
  </HeadingPairs>
  <TitlesOfParts>
    <vt:vector size="8" baseType="lpstr">
      <vt:lpstr>Algerian</vt:lpstr>
      <vt:lpstr>Arial</vt:lpstr>
      <vt:lpstr>Arial Black</vt:lpstr>
      <vt:lpstr>Arial Unicode MS</vt:lpstr>
      <vt:lpstr>Calibri</vt:lpstr>
      <vt:lpstr>Wingdings</vt:lpstr>
      <vt:lpstr>Office Theme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student</dc:creator>
  <cp:lastModifiedBy>HP</cp:lastModifiedBy>
  <cp:revision>11</cp:revision>
  <dcterms:created xsi:type="dcterms:W3CDTF">2024-07-29T23:36:21Z</dcterms:created>
  <dcterms:modified xsi:type="dcterms:W3CDTF">2024-08-01T21:08:27Z</dcterms:modified>
</cp:coreProperties>
</file>